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Introduce SentinelShield as a local, research-oriented monitoring prototype. It processes authorized captures or a local synthetic demonstration.</a:t>
            </a:r>
          </a:p>
          <a:p>
            <a:r>
              <a:t>The core presentation is the packet-window pipeline and its real evaluation evidence.</a:t>
            </a:r>
          </a:p>
          <a:p>
            <a:r>
              <a:t>Source: D:/Project/DDOS project/docs/REVIEW_BRIEF.md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Explain the practical objective: monitor patterns, flag unusual windows, and provide reasons to investigate.</a:t>
            </a:r>
          </a:p>
          <a:p>
            <a:r>
              <a:t>The labels are signals rather than ground truth about an attack.</a:t>
            </a:r>
          </a:p>
          <a:p>
            <a:r>
              <a:t>Source: D:/Project/DDOS project/README.md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user chooses one of three input modes. Live capture must be explicitly started and is bounded; no packet capture is needed for the synthetic demo.</a:t>
            </a:r>
          </a:p>
          <a:p>
            <a:r>
              <a:t>The project stores aggregate windows and alerts. Temporary block entries are simulation only and do not modify firewall rules.</a:t>
            </a:r>
          </a:p>
          <a:p>
            <a:r>
              <a:t>Sources: D:/Project/DDOS project/README.md and docs/REVIEW_BRIEF.md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feature window contains 21 ordered numeric columns. Packet rate means packet_count divided by the five-second window duration.</a:t>
            </a:r>
          </a:p>
          <a:p>
            <a:r>
              <a:t>SYN ratio helps distinguish connection-attempt patterns from general traffic growth. It is still only a signal.</a:t>
            </a:r>
          </a:p>
          <a:p>
            <a:r>
              <a:t>Source: D:/Project/DDOS project/docs/FEATURES.md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floor for unusual traffic is 100 packets/s by default. A warm-up of normal-looking windows establishes a rolling baseline.</a:t>
            </a:r>
          </a:p>
          <a:p>
            <a:r>
              <a:t>The combined high-rate and SYN condition receives Potential DDoS Activity. Rule reasons are visible per window.</a:t>
            </a:r>
          </a:p>
          <a:p>
            <a:r>
              <a:t>Source: D:/Project/DDOS project/docs/DETECTION.md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synthetic trainer defaults to 200 trees and a fixed seed. Its perfect four-class holdout score comes from hand-designed, separable examples and is not real-world accuracy.</a:t>
            </a:r>
          </a:p>
          <a:p>
            <a:r>
              <a:t>The real-data flow model was evaluated separately. Its features are different from packet-window features, so it is not connected to live decisions.</a:t>
            </a:r>
          </a:p>
          <a:p>
            <a:r>
              <a:t>Source: D:/Project/DDOS project/docs/ML_EVALUATION.md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supplied Friday file is a flow CSV despite 'pcap' in its filename. The local audit matched its hash and label counts to the existing evaluation report.</a:t>
            </a:r>
          </a:p>
          <a:p>
            <a:r>
              <a:t>The CIC-DDoS2019 CSV provenance has not been independently verified. The 2018 mirror completeness has not been verified against the original release.</a:t>
            </a:r>
          </a:p>
          <a:p>
            <a:r>
              <a:t>The five LUCID PCAP excerpts produce 567 windows but include only one benign capture, so no independent packet-window performance estimate was issued.</a:t>
            </a:r>
          </a:p>
          <a:p>
            <a:r>
              <a:t>Sources: D:/Project/DDOS project/docs/ML_EVALUATION.md; results/review-dataset-audit.json; https://www.unb.ca/cic/datasets/ids-2017.html; https://www.unb.ca/cic/datasets/ids-2018.html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External files test whether the model transfers between traffic distributions. Randomly splitting neighboring windows could inflate performance.</a:t>
            </a:r>
          </a:p>
          <a:p>
            <a:r>
              <a:t>The 2018 file was later inspected to diagnose failure, so any future adjusted model needs a new untouched evaluation capture.</a:t>
            </a:r>
          </a:p>
          <a:p>
            <a:r>
              <a:t>Source: D:/Project/DDOS project/docs/ML_EVALUATION.md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evaluation uses 225,711 valid rows after 34 non-finite rows were excluded.</a:t>
            </a:r>
          </a:p>
          <a:p>
            <a:r>
              <a:t>Confusion matrix: actual benign [73,445 predicted benign, 24,241 predicted DDoS]; actual DDoS [81,433 predicted benign, 46,592 predicted DDoS]. Accuracy was 53.2% on this attack-heavy file.</a:t>
            </a:r>
          </a:p>
          <a:p>
            <a:r>
              <a:t>Source: D:/Project/DDOS project/results/cic-flow-baseline.json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second model trained on 657,082 valid 2019 and 2017 flows. On the 2018 file, it produced 312 false alarms among 360,833 benign flows.</a:t>
            </a:r>
          </a:p>
          <a:p>
            <a:r>
              <a:t>The source distributions differ. Inspection found zero median forward/backward byte totals for 2018 DDoS flows, unlike the earlier sources. That is an observed difference, not proof of one specific cause.</a:t>
            </a:r>
          </a:p>
          <a:p>
            <a:r>
              <a:t>Source: D:/Project/DDOS project/results/cic-multisource-flow.json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is a screenshot from the running Streamlit app using the Mixed demonstration synthetic scenario.</a:t>
            </a:r>
          </a:p>
          <a:p>
            <a:r>
              <a:t>Read the alert explanation, window counts, and orange packet-rate line against the dashed threshold. The scenario is generated locally and is not a real attack benchmark.</a:t>
            </a:r>
          </a:p>
          <a:p>
            <a:r>
              <a:t>Source: D:/Project/DDOS project/sentinelshield/dashboard/app.py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dashboard is ready for a live review using locally generated synthetic traffic. It also supports authorized PCAP/PCAPNG and bounded opt-in live capture.</a:t>
            </a:r>
          </a:p>
          <a:p>
            <a:r>
              <a:t>A temporary block is an expiring SQLite simulation entry. The program does not block traffic in the operating system firewall.</a:t>
            </a:r>
          </a:p>
          <a:p>
            <a:r>
              <a:t>Source: D:/Project/DDOS project/docs/REVIEW_BRIEF.md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Then evaluate on whole held-out captures, tune thresholds or redesign the model, and repeat on another untouched source before claiming deployment readiness.</a:t>
            </a:r>
          </a:p>
          <a:p>
            <a:r>
              <a:t>The current LUCID excerpts lack a second benign capture and therefore cannot support this benchmark.</a:t>
            </a:r>
          </a:p>
          <a:p>
            <a:r>
              <a:t>Sources: D:/Project/DDOS project/docs/ML_EVALUATION.md and docs/REVIEW_BRIEF.md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Invite questions about the rule baseline, where ML is used, cross-dataset results, and the gap before deployment.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C979C53A-681E-4FB3-82A5-6EEF6AB5EE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962A92BB-09BD-48F4-BF78-1493D37DDE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A2EC0B0A-2065-43F3-9A86-21E267CC64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C59DBC6C-D288-4271-8B15-C022203099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40DD8C9B-8AB5-4205-B585-682621F7D5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91A3F528-F720-4CE9-A8C1-1ED3FC706A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A1042D7F-154E-4C11-BE45-305B6D9FFA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4A968DFF-B491-4DAB-92DD-33CFEA25F69A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BE3D0C2E-4EC0-43D8-8E1A-86C2223A5B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CC092759-6F99-46CF-9FAB-4D0ECE4949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9F0EE79-2A4A-4F33-B9D2-C6EFABB5665A}"/>
              </a:ext>
            </a:extLst>
          </p:cNvPr>
          <p:cNvSpPr>
            <a:spLocks noGrp="1"/>
          </p:cNvSpPr>
          <p:nvPr/>
        </p:nvSpPr>
        <p:spPr>
          <a:xfrm>
            <a:off x="695325" y="933450"/>
            <a:ext cx="857250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 algn="l">
              <a:defRPr sz="1275" b="1">
                <a:solidFill>
                  <a:srgbClr val="DE5A1D"/>
                </a:solidFill>
              </a:defRPr>
            </a:defPPr>
            <a:lvl1pPr algn="l">
              <a:defRPr sz="1275" b="1">
                <a:solidFill>
                  <a:srgbClr val="DE5A1D"/>
                </a:solidFill>
              </a:defRPr>
            </a:lvl1pPr>
            <a:lvl2pPr algn="l">
              <a:defRPr sz="1275" b="1">
                <a:solidFill>
                  <a:srgbClr val="DE5A1D"/>
                </a:solidFill>
              </a:defRPr>
            </a:lvl2pPr>
            <a:lvl3pPr algn="l">
              <a:defRPr sz="1275" b="1">
                <a:solidFill>
                  <a:srgbClr val="DE5A1D"/>
                </a:solidFill>
              </a:defRPr>
            </a:lvl3pPr>
            <a:lvl4pPr algn="l">
              <a:defRPr sz="1275" b="1">
                <a:solidFill>
                  <a:srgbClr val="DE5A1D"/>
                </a:solidFill>
              </a:defRPr>
            </a:lvl4pPr>
            <a:lvl5pPr algn="l">
              <a:defRPr sz="1275" b="1">
                <a:solidFill>
                  <a:srgbClr val="DE5A1D"/>
                </a:solidFill>
              </a:defRPr>
            </a:lvl5pPr>
            <a:lvl6pPr algn="l">
              <a:defRPr sz="1275" b="1">
                <a:solidFill>
                  <a:srgbClr val="DE5A1D"/>
                </a:solidFill>
              </a:defRPr>
            </a:lvl6pPr>
            <a:lvl7pPr algn="l">
              <a:defRPr sz="1275" b="1">
                <a:solidFill>
                  <a:srgbClr val="DE5A1D"/>
                </a:solidFill>
              </a:defRPr>
            </a:lvl7pPr>
            <a:lvl8pPr algn="l">
              <a:defRPr sz="1275" b="1">
                <a:solidFill>
                  <a:srgbClr val="DE5A1D"/>
                </a:solidFill>
              </a:defRPr>
            </a:lvl8pPr>
            <a:lvl9pPr algn="l">
              <a:defRPr sz="1275" b="1">
                <a:solidFill>
                  <a:srgbClr val="DE5A1D"/>
                </a:solidFill>
              </a:defRPr>
            </a:lvl9pPr>
          </a:lstStyle>
          <a:p>
            <a:pPr algn="l">
              <a:defRPr sz="1275" b="1">
                <a:solidFill>
                  <a:srgbClr val="DE5A1D"/>
                </a:solidFill>
              </a:defRPr>
            </a:pPr>
            <a:r>
              <a:rPr sz="1275" b="1" dirty="0">
                <a:solidFill>
                  <a:srgbClr val="DE5A1D"/>
                </a:solidFill>
              </a:rPr>
              <a:t>PROJECT PRESENTATION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723E92E-1492-4848-AFA8-275736516EC4}"/>
              </a:ext>
            </a:extLst>
          </p:cNvPr>
          <p:cNvSpPr>
            <a:spLocks noGrp="1"/>
          </p:cNvSpPr>
          <p:nvPr/>
        </p:nvSpPr>
        <p:spPr>
          <a:xfrm>
            <a:off x="647700" y="1924050"/>
            <a:ext cx="10572750" cy="1238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 algn="l">
              <a:defRPr sz="5775" b="1">
                <a:solidFill>
                  <a:srgbClr val="F7F7F5"/>
                </a:solidFill>
              </a:defRPr>
            </a:defPPr>
            <a:lvl1pPr algn="l">
              <a:defRPr sz="5775" b="1">
                <a:solidFill>
                  <a:srgbClr val="F7F7F5"/>
                </a:solidFill>
              </a:defRPr>
            </a:lvl1pPr>
            <a:lvl2pPr algn="l">
              <a:defRPr sz="5775" b="1">
                <a:solidFill>
                  <a:srgbClr val="F7F7F5"/>
                </a:solidFill>
              </a:defRPr>
            </a:lvl2pPr>
            <a:lvl3pPr algn="l">
              <a:defRPr sz="5775" b="1">
                <a:solidFill>
                  <a:srgbClr val="F7F7F5"/>
                </a:solidFill>
              </a:defRPr>
            </a:lvl3pPr>
            <a:lvl4pPr algn="l">
              <a:defRPr sz="5775" b="1">
                <a:solidFill>
                  <a:srgbClr val="F7F7F5"/>
                </a:solidFill>
              </a:defRPr>
            </a:lvl4pPr>
            <a:lvl5pPr algn="l">
              <a:defRPr sz="5775" b="1">
                <a:solidFill>
                  <a:srgbClr val="F7F7F5"/>
                </a:solidFill>
              </a:defRPr>
            </a:lvl5pPr>
            <a:lvl6pPr algn="l">
              <a:defRPr sz="5775" b="1">
                <a:solidFill>
                  <a:srgbClr val="F7F7F5"/>
                </a:solidFill>
              </a:defRPr>
            </a:lvl6pPr>
            <a:lvl7pPr algn="l">
              <a:defRPr sz="5775" b="1">
                <a:solidFill>
                  <a:srgbClr val="F7F7F5"/>
                </a:solidFill>
              </a:defRPr>
            </a:lvl7pPr>
            <a:lvl8pPr algn="l">
              <a:defRPr sz="5775" b="1">
                <a:solidFill>
                  <a:srgbClr val="F7F7F5"/>
                </a:solidFill>
              </a:defRPr>
            </a:lvl8pPr>
            <a:lvl9pPr algn="l">
              <a:defRPr sz="5775" b="1">
                <a:solidFill>
                  <a:srgbClr val="F7F7F5"/>
                </a:solidFill>
              </a:defRPr>
            </a:lvl9pPr>
          </a:lstStyle>
          <a:p>
            <a:pPr algn="l">
              <a:defRPr sz="5775" b="1">
                <a:solidFill>
                  <a:srgbClr val="F7F7F5"/>
                </a:solidFill>
              </a:defRPr>
            </a:pPr>
            <a:r>
              <a:rPr sz="5775" b="1">
                <a:solidFill>
                  <a:srgbClr val="F7F7F5"/>
                </a:solidFill>
              </a:rPr>
              <a:t>SentinelShield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BBEA81D-56AB-487C-93F5-154F5E12E149}"/>
              </a:ext>
            </a:extLst>
          </p:cNvPr>
          <p:cNvSpPr>
            <a:spLocks noGrp="1"/>
          </p:cNvSpPr>
          <p:nvPr/>
        </p:nvSpPr>
        <p:spPr>
          <a:xfrm>
            <a:off x="704850" y="3457575"/>
            <a:ext cx="100965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 algn="l">
              <a:defRPr sz="2550" b="0">
                <a:solidFill>
                  <a:srgbClr val="B6B6B3"/>
                </a:solidFill>
              </a:defRPr>
            </a:defPPr>
            <a:lvl1pPr algn="l">
              <a:defRPr sz="2550" b="0">
                <a:solidFill>
                  <a:srgbClr val="B6B6B3"/>
                </a:solidFill>
              </a:defRPr>
            </a:lvl1pPr>
            <a:lvl2pPr algn="l">
              <a:defRPr sz="2550" b="0">
                <a:solidFill>
                  <a:srgbClr val="B6B6B3"/>
                </a:solidFill>
              </a:defRPr>
            </a:lvl2pPr>
            <a:lvl3pPr algn="l">
              <a:defRPr sz="2550" b="0">
                <a:solidFill>
                  <a:srgbClr val="B6B6B3"/>
                </a:solidFill>
              </a:defRPr>
            </a:lvl3pPr>
            <a:lvl4pPr algn="l">
              <a:defRPr sz="2550" b="0">
                <a:solidFill>
                  <a:srgbClr val="B6B6B3"/>
                </a:solidFill>
              </a:defRPr>
            </a:lvl4pPr>
            <a:lvl5pPr algn="l">
              <a:defRPr sz="2550" b="0">
                <a:solidFill>
                  <a:srgbClr val="B6B6B3"/>
                </a:solidFill>
              </a:defRPr>
            </a:lvl5pPr>
            <a:lvl6pPr algn="l">
              <a:defRPr sz="2550" b="0">
                <a:solidFill>
                  <a:srgbClr val="B6B6B3"/>
                </a:solidFill>
              </a:defRPr>
            </a:lvl6pPr>
            <a:lvl7pPr algn="l">
              <a:defRPr sz="2550" b="0">
                <a:solidFill>
                  <a:srgbClr val="B6B6B3"/>
                </a:solidFill>
              </a:defRPr>
            </a:lvl7pPr>
            <a:lvl8pPr algn="l">
              <a:defRPr sz="2550" b="0">
                <a:solidFill>
                  <a:srgbClr val="B6B6B3"/>
                </a:solidFill>
              </a:defRPr>
            </a:lvl8pPr>
            <a:lvl9pPr algn="l">
              <a:defRPr sz="2550" b="0">
                <a:solidFill>
                  <a:srgbClr val="B6B6B3"/>
                </a:solidFill>
              </a:defRPr>
            </a:lvl9pPr>
          </a:lstStyle>
          <a:p>
            <a:pPr algn="l">
              <a:defRPr sz="2550" b="0">
                <a:solidFill>
                  <a:srgbClr val="B6B6B3"/>
                </a:solidFill>
              </a:defRPr>
            </a:pPr>
            <a:r>
              <a:rPr sz="2550" b="0">
                <a:solidFill>
                  <a:srgbClr val="B6B6B3"/>
                </a:solidFill>
              </a:rPr>
              <a:t>Adaptive DDoS monitoring prototype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F9465D6-BAA2-47F2-AEA7-C4DD8ED65DAF}"/>
              </a:ext>
            </a:extLst>
          </p:cNvPr>
          <p:cNvSpPr>
            <a:spLocks noGrp="1"/>
          </p:cNvSpPr>
          <p:nvPr/>
        </p:nvSpPr>
        <p:spPr>
          <a:xfrm>
            <a:off x="704850" y="5162550"/>
            <a:ext cx="9906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 algn="l">
              <a:defRPr sz="1725" b="0">
                <a:solidFill>
                  <a:srgbClr val="F7F7F5"/>
                </a:solidFill>
              </a:defRPr>
            </a:defPPr>
            <a:lvl1pPr algn="l">
              <a:defRPr sz="1725" b="0">
                <a:solidFill>
                  <a:srgbClr val="F7F7F5"/>
                </a:solidFill>
              </a:defRPr>
            </a:lvl1pPr>
            <a:lvl2pPr algn="l">
              <a:defRPr sz="1725" b="0">
                <a:solidFill>
                  <a:srgbClr val="F7F7F5"/>
                </a:solidFill>
              </a:defRPr>
            </a:lvl2pPr>
            <a:lvl3pPr algn="l">
              <a:defRPr sz="1725" b="0">
                <a:solidFill>
                  <a:srgbClr val="F7F7F5"/>
                </a:solidFill>
              </a:defRPr>
            </a:lvl3pPr>
            <a:lvl4pPr algn="l">
              <a:defRPr sz="1725" b="0">
                <a:solidFill>
                  <a:srgbClr val="F7F7F5"/>
                </a:solidFill>
              </a:defRPr>
            </a:lvl4pPr>
            <a:lvl5pPr algn="l">
              <a:defRPr sz="1725" b="0">
                <a:solidFill>
                  <a:srgbClr val="F7F7F5"/>
                </a:solidFill>
              </a:defRPr>
            </a:lvl5pPr>
            <a:lvl6pPr algn="l">
              <a:defRPr sz="1725" b="0">
                <a:solidFill>
                  <a:srgbClr val="F7F7F5"/>
                </a:solidFill>
              </a:defRPr>
            </a:lvl6pPr>
            <a:lvl7pPr algn="l">
              <a:defRPr sz="1725" b="0">
                <a:solidFill>
                  <a:srgbClr val="F7F7F5"/>
                </a:solidFill>
              </a:defRPr>
            </a:lvl7pPr>
            <a:lvl8pPr algn="l">
              <a:defRPr sz="1725" b="0">
                <a:solidFill>
                  <a:srgbClr val="F7F7F5"/>
                </a:solidFill>
              </a:defRPr>
            </a:lvl8pPr>
            <a:lvl9pPr algn="l">
              <a:defRPr sz="1725" b="0">
                <a:solidFill>
                  <a:srgbClr val="F7F7F5"/>
                </a:solidFill>
              </a:defRPr>
            </a:lvl9pPr>
          </a:lstStyle>
          <a:p>
            <a:pPr algn="l">
              <a:defRPr sz="1725" b="0">
                <a:solidFill>
                  <a:srgbClr val="F7F7F5"/>
                </a:solidFill>
              </a:defRPr>
            </a:pPr>
            <a:r>
              <a:rPr sz="1725" b="0">
                <a:solidFill>
                  <a:srgbClr val="F7F7F5"/>
                </a:solidFill>
              </a:rPr>
              <a:t>Architecture, datasets, dashboard and measured results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934A957-47D9-0F59-3968-864C710A2B53}"/>
              </a:ext>
            </a:extLst>
          </p:cNvPr>
          <p:cNvSpPr txBox="1"/>
          <p:nvPr/>
        </p:nvSpPr>
        <p:spPr>
          <a:xfrm>
            <a:off x="7990217" y="5162550"/>
            <a:ext cx="323023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chemeClr val="bg1"/>
                </a:solidFill>
              </a:rPr>
              <a:t>Presented By: </a:t>
            </a:r>
          </a:p>
          <a:p>
            <a:r>
              <a:rPr lang="en-US" sz="1800" dirty="0">
                <a:solidFill>
                  <a:schemeClr val="bg1"/>
                </a:solidFill>
              </a:rPr>
              <a:t>Abhishek Yennam (24BIT0603)</a:t>
            </a:r>
            <a:br>
              <a:rPr lang="en-US" sz="1800" dirty="0">
                <a:solidFill>
                  <a:schemeClr val="bg1"/>
                </a:solidFill>
              </a:rPr>
            </a:br>
            <a:r>
              <a:rPr lang="en-US" sz="1800" dirty="0">
                <a:solidFill>
                  <a:schemeClr val="bg1"/>
                </a:solidFill>
              </a:rPr>
              <a:t>Aarav Gupta (24BIT0245)</a:t>
            </a:r>
            <a:endParaRPr lang="en-IN" sz="1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676099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74489AC-D75E-4C12-9801-B4FA96D3DF34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7429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 algn="l">
              <a:defRPr sz="1125" b="1">
                <a:solidFill>
                  <a:srgbClr val="DE5A1D"/>
                </a:solidFill>
              </a:defRPr>
            </a:defPPr>
            <a:lvl1pPr algn="l">
              <a:defRPr sz="1125" b="1">
                <a:solidFill>
                  <a:srgbClr val="DE5A1D"/>
                </a:solidFill>
              </a:defRPr>
            </a:lvl1pPr>
            <a:lvl2pPr algn="l">
              <a:defRPr sz="1125" b="1">
                <a:solidFill>
                  <a:srgbClr val="DE5A1D"/>
                </a:solidFill>
              </a:defRPr>
            </a:lvl2pPr>
            <a:lvl3pPr algn="l">
              <a:defRPr sz="1125" b="1">
                <a:solidFill>
                  <a:srgbClr val="DE5A1D"/>
                </a:solidFill>
              </a:defRPr>
            </a:lvl3pPr>
            <a:lvl4pPr algn="l">
              <a:defRPr sz="1125" b="1">
                <a:solidFill>
                  <a:srgbClr val="DE5A1D"/>
                </a:solidFill>
              </a:defRPr>
            </a:lvl4pPr>
            <a:lvl5pPr algn="l">
              <a:defRPr sz="1125" b="1">
                <a:solidFill>
                  <a:srgbClr val="DE5A1D"/>
                </a:solidFill>
              </a:defRPr>
            </a:lvl5pPr>
            <a:lvl6pPr algn="l">
              <a:defRPr sz="1125" b="1">
                <a:solidFill>
                  <a:srgbClr val="DE5A1D"/>
                </a:solidFill>
              </a:defRPr>
            </a:lvl6pPr>
            <a:lvl7pPr algn="l">
              <a:defRPr sz="1125" b="1">
                <a:solidFill>
                  <a:srgbClr val="DE5A1D"/>
                </a:solidFill>
              </a:defRPr>
            </a:lvl7pPr>
            <a:lvl8pPr algn="l">
              <a:defRPr sz="1125" b="1">
                <a:solidFill>
                  <a:srgbClr val="DE5A1D"/>
                </a:solidFill>
              </a:defRPr>
            </a:lvl8pPr>
            <a:lvl9pPr algn="l">
              <a:defRPr sz="1125" b="1">
                <a:solidFill>
                  <a:srgbClr val="DE5A1D"/>
                </a:solidFill>
              </a:defRPr>
            </a:lvl9pPr>
          </a:lstStyle>
          <a:p>
            <a:pPr algn="l">
              <a:defRPr sz="1125" b="1">
                <a:solidFill>
                  <a:srgbClr val="DE5A1D"/>
                </a:solidFill>
              </a:defRPr>
            </a:pPr>
            <a:r>
              <a:rPr sz="1125" b="1">
                <a:solidFill>
                  <a:srgbClr val="DE5A1D"/>
                </a:solidFill>
              </a:rPr>
              <a:t>OBJECTIVE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A401E40-A8EA-4FA5-8038-660928382260}"/>
              </a:ext>
            </a:extLst>
          </p:cNvPr>
          <p:cNvSpPr>
            <a:spLocks noGrp="1"/>
          </p:cNvSpPr>
          <p:nvPr/>
        </p:nvSpPr>
        <p:spPr>
          <a:xfrm>
            <a:off x="666750" y="819150"/>
            <a:ext cx="10810875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 algn="l">
              <a:defRPr sz="3000" b="1">
                <a:solidFill>
                  <a:srgbClr val="F7F7F5"/>
                </a:solidFill>
              </a:defRPr>
            </a:defPPr>
            <a:lvl1pPr algn="l">
              <a:defRPr sz="3000" b="1">
                <a:solidFill>
                  <a:srgbClr val="F7F7F5"/>
                </a:solidFill>
              </a:defRPr>
            </a:lvl1pPr>
            <a:lvl2pPr algn="l">
              <a:defRPr sz="3000" b="1">
                <a:solidFill>
                  <a:srgbClr val="F7F7F5"/>
                </a:solidFill>
              </a:defRPr>
            </a:lvl2pPr>
            <a:lvl3pPr algn="l">
              <a:defRPr sz="3000" b="1">
                <a:solidFill>
                  <a:srgbClr val="F7F7F5"/>
                </a:solidFill>
              </a:defRPr>
            </a:lvl3pPr>
            <a:lvl4pPr algn="l">
              <a:defRPr sz="3000" b="1">
                <a:solidFill>
                  <a:srgbClr val="F7F7F5"/>
                </a:solidFill>
              </a:defRPr>
            </a:lvl4pPr>
            <a:lvl5pPr algn="l">
              <a:defRPr sz="3000" b="1">
                <a:solidFill>
                  <a:srgbClr val="F7F7F5"/>
                </a:solidFill>
              </a:defRPr>
            </a:lvl5pPr>
            <a:lvl6pPr algn="l">
              <a:defRPr sz="3000" b="1">
                <a:solidFill>
                  <a:srgbClr val="F7F7F5"/>
                </a:solidFill>
              </a:defRPr>
            </a:lvl6pPr>
            <a:lvl7pPr algn="l">
              <a:defRPr sz="3000" b="1">
                <a:solidFill>
                  <a:srgbClr val="F7F7F5"/>
                </a:solidFill>
              </a:defRPr>
            </a:lvl7pPr>
            <a:lvl8pPr algn="l">
              <a:defRPr sz="3000" b="1">
                <a:solidFill>
                  <a:srgbClr val="F7F7F5"/>
                </a:solidFill>
              </a:defRPr>
            </a:lvl8pPr>
            <a:lvl9pPr algn="l">
              <a:defRPr sz="3000" b="1">
                <a:solidFill>
                  <a:srgbClr val="F7F7F5"/>
                </a:solidFill>
              </a:defRPr>
            </a:lvl9pPr>
          </a:lstStyle>
          <a:p>
            <a:pPr algn="l">
              <a:defRPr sz="3000" b="1">
                <a:solidFill>
                  <a:srgbClr val="F7F7F5"/>
                </a:solidFill>
              </a:defRPr>
            </a:pPr>
            <a:r>
              <a:rPr sz="3000" b="1">
                <a:solidFill>
                  <a:srgbClr val="F7F7F5"/>
                </a:solidFill>
              </a:rPr>
              <a:t>The problem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A5CD56A-CB63-4448-A7CF-56CA88F5A36A}"/>
              </a:ext>
            </a:extLst>
          </p:cNvPr>
          <p:cNvSpPr>
            <a:spLocks noGrp="1"/>
          </p:cNvSpPr>
          <p:nvPr/>
        </p:nvSpPr>
        <p:spPr>
          <a:xfrm>
            <a:off x="11125200" y="428625"/>
            <a:ext cx="419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 algn="r">
              <a:defRPr sz="1050" b="0">
                <a:solidFill>
                  <a:srgbClr val="777774"/>
                </a:solidFill>
              </a:defRPr>
            </a:defPPr>
            <a:lvl1pPr algn="r">
              <a:defRPr sz="1050" b="0">
                <a:solidFill>
                  <a:srgbClr val="777774"/>
                </a:solidFill>
              </a:defRPr>
            </a:lvl1pPr>
            <a:lvl2pPr algn="r">
              <a:defRPr sz="1050" b="0">
                <a:solidFill>
                  <a:srgbClr val="777774"/>
                </a:solidFill>
              </a:defRPr>
            </a:lvl2pPr>
            <a:lvl3pPr algn="r">
              <a:defRPr sz="1050" b="0">
                <a:solidFill>
                  <a:srgbClr val="777774"/>
                </a:solidFill>
              </a:defRPr>
            </a:lvl3pPr>
            <a:lvl4pPr algn="r">
              <a:defRPr sz="1050" b="0">
                <a:solidFill>
                  <a:srgbClr val="777774"/>
                </a:solidFill>
              </a:defRPr>
            </a:lvl4pPr>
            <a:lvl5pPr algn="r">
              <a:defRPr sz="1050" b="0">
                <a:solidFill>
                  <a:srgbClr val="777774"/>
                </a:solidFill>
              </a:defRPr>
            </a:lvl5pPr>
            <a:lvl6pPr algn="r">
              <a:defRPr sz="1050" b="0">
                <a:solidFill>
                  <a:srgbClr val="777774"/>
                </a:solidFill>
              </a:defRPr>
            </a:lvl6pPr>
            <a:lvl7pPr algn="r">
              <a:defRPr sz="1050" b="0">
                <a:solidFill>
                  <a:srgbClr val="777774"/>
                </a:solidFill>
              </a:defRPr>
            </a:lvl7pPr>
            <a:lvl8pPr algn="r">
              <a:defRPr sz="1050" b="0">
                <a:solidFill>
                  <a:srgbClr val="777774"/>
                </a:solidFill>
              </a:defRPr>
            </a:lvl8pPr>
            <a:lvl9pPr algn="r">
              <a:defRPr sz="1050" b="0">
                <a:solidFill>
                  <a:srgbClr val="777774"/>
                </a:solidFill>
              </a:defRPr>
            </a:lvl9pPr>
          </a:lstStyle>
          <a:p>
            <a:pPr algn="r">
              <a:defRPr sz="1050" b="0">
                <a:solidFill>
                  <a:srgbClr val="777774"/>
                </a:solidFill>
              </a:defRPr>
            </a:pPr>
            <a:r>
              <a:rPr sz="1050" b="0">
                <a:solidFill>
                  <a:srgbClr val="777774"/>
                </a:solidFill>
              </a:rPr>
              <a:t>02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0071FFD-933E-4B3B-A2D7-59AC21D7B17D}"/>
              </a:ext>
            </a:extLst>
          </p:cNvPr>
          <p:cNvSpPr>
            <a:spLocks noGrp="1"/>
          </p:cNvSpPr>
          <p:nvPr/>
        </p:nvSpPr>
        <p:spPr>
          <a:xfrm>
            <a:off x="704850" y="2019300"/>
            <a:ext cx="10429875" cy="1200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 algn="l">
              <a:defRPr sz="2325" b="0">
                <a:solidFill>
                  <a:srgbClr val="F7F7F5"/>
                </a:solidFill>
              </a:defRPr>
            </a:defPPr>
            <a:lvl1pPr algn="l">
              <a:defRPr sz="2325" b="0">
                <a:solidFill>
                  <a:srgbClr val="F7F7F5"/>
                </a:solidFill>
              </a:defRPr>
            </a:lvl1pPr>
            <a:lvl2pPr algn="l">
              <a:defRPr sz="2325" b="0">
                <a:solidFill>
                  <a:srgbClr val="F7F7F5"/>
                </a:solidFill>
              </a:defRPr>
            </a:lvl2pPr>
            <a:lvl3pPr algn="l">
              <a:defRPr sz="2325" b="0">
                <a:solidFill>
                  <a:srgbClr val="F7F7F5"/>
                </a:solidFill>
              </a:defRPr>
            </a:lvl3pPr>
            <a:lvl4pPr algn="l">
              <a:defRPr sz="2325" b="0">
                <a:solidFill>
                  <a:srgbClr val="F7F7F5"/>
                </a:solidFill>
              </a:defRPr>
            </a:lvl4pPr>
            <a:lvl5pPr algn="l">
              <a:defRPr sz="2325" b="0">
                <a:solidFill>
                  <a:srgbClr val="F7F7F5"/>
                </a:solidFill>
              </a:defRPr>
            </a:lvl5pPr>
            <a:lvl6pPr algn="l">
              <a:defRPr sz="2325" b="0">
                <a:solidFill>
                  <a:srgbClr val="F7F7F5"/>
                </a:solidFill>
              </a:defRPr>
            </a:lvl6pPr>
            <a:lvl7pPr algn="l">
              <a:defRPr sz="2325" b="0">
                <a:solidFill>
                  <a:srgbClr val="F7F7F5"/>
                </a:solidFill>
              </a:defRPr>
            </a:lvl7pPr>
            <a:lvl8pPr algn="l">
              <a:defRPr sz="2325" b="0">
                <a:solidFill>
                  <a:srgbClr val="F7F7F5"/>
                </a:solidFill>
              </a:defRPr>
            </a:lvl8pPr>
            <a:lvl9pPr algn="l">
              <a:defRPr sz="2325" b="0">
                <a:solidFill>
                  <a:srgbClr val="F7F7F5"/>
                </a:solidFill>
              </a:defRPr>
            </a:lvl9pPr>
          </a:lstStyle>
          <a:p>
            <a:pPr algn="l">
              <a:defRPr sz="2325" b="0">
                <a:solidFill>
                  <a:srgbClr val="F7F7F5"/>
                </a:solidFill>
              </a:defRPr>
            </a:pPr>
            <a:r>
              <a:rPr sz="2325" b="0" dirty="0">
                <a:solidFill>
                  <a:srgbClr val="F7F7F5"/>
                </a:solidFill>
              </a:rPr>
              <a:t>DDoS traffic can exhaust a service by flooding</a:t>
            </a:r>
            <a:r>
              <a:rPr lang="en-US" sz="2325" b="0" dirty="0">
                <a:solidFill>
                  <a:srgbClr val="F7F7F5"/>
                </a:solidFill>
              </a:rPr>
              <a:t>/overwhelming</a:t>
            </a:r>
            <a:r>
              <a:rPr sz="2325" b="0" dirty="0">
                <a:solidFill>
                  <a:srgbClr val="F7F7F5"/>
                </a:solidFill>
              </a:rPr>
              <a:t> it with requests or connection attempts.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ECEAD48-63C1-4018-987A-6FD54028DBC4}"/>
              </a:ext>
            </a:extLst>
          </p:cNvPr>
          <p:cNvSpPr>
            <a:spLocks noGrp="1"/>
          </p:cNvSpPr>
          <p:nvPr/>
        </p:nvSpPr>
        <p:spPr>
          <a:xfrm>
            <a:off x="704850" y="3590925"/>
            <a:ext cx="4572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 algn="l">
              <a:defRPr sz="1650" b="1">
                <a:solidFill>
                  <a:srgbClr val="DE5A1D"/>
                </a:solidFill>
              </a:defRPr>
            </a:defPPr>
            <a:lvl1pPr algn="l">
              <a:defRPr sz="1650" b="1">
                <a:solidFill>
                  <a:srgbClr val="DE5A1D"/>
                </a:solidFill>
              </a:defRPr>
            </a:lvl1pPr>
            <a:lvl2pPr algn="l">
              <a:defRPr sz="1650" b="1">
                <a:solidFill>
                  <a:srgbClr val="DE5A1D"/>
                </a:solidFill>
              </a:defRPr>
            </a:lvl2pPr>
            <a:lvl3pPr algn="l">
              <a:defRPr sz="1650" b="1">
                <a:solidFill>
                  <a:srgbClr val="DE5A1D"/>
                </a:solidFill>
              </a:defRPr>
            </a:lvl3pPr>
            <a:lvl4pPr algn="l">
              <a:defRPr sz="1650" b="1">
                <a:solidFill>
                  <a:srgbClr val="DE5A1D"/>
                </a:solidFill>
              </a:defRPr>
            </a:lvl4pPr>
            <a:lvl5pPr algn="l">
              <a:defRPr sz="1650" b="1">
                <a:solidFill>
                  <a:srgbClr val="DE5A1D"/>
                </a:solidFill>
              </a:defRPr>
            </a:lvl5pPr>
            <a:lvl6pPr algn="l">
              <a:defRPr sz="1650" b="1">
                <a:solidFill>
                  <a:srgbClr val="DE5A1D"/>
                </a:solidFill>
              </a:defRPr>
            </a:lvl6pPr>
            <a:lvl7pPr algn="l">
              <a:defRPr sz="1650" b="1">
                <a:solidFill>
                  <a:srgbClr val="DE5A1D"/>
                </a:solidFill>
              </a:defRPr>
            </a:lvl7pPr>
            <a:lvl8pPr algn="l">
              <a:defRPr sz="1650" b="1">
                <a:solidFill>
                  <a:srgbClr val="DE5A1D"/>
                </a:solidFill>
              </a:defRPr>
            </a:lvl8pPr>
            <a:lvl9pPr algn="l">
              <a:defRPr sz="1650" b="1">
                <a:solidFill>
                  <a:srgbClr val="DE5A1D"/>
                </a:solidFill>
              </a:defRPr>
            </a:lvl9pPr>
          </a:lstStyle>
          <a:p>
            <a:pPr algn="l">
              <a:defRPr sz="1650" b="1">
                <a:solidFill>
                  <a:srgbClr val="DE5A1D"/>
                </a:solidFill>
              </a:defRPr>
            </a:pPr>
            <a:r>
              <a:rPr sz="1650" b="1">
                <a:solidFill>
                  <a:srgbClr val="DE5A1D"/>
                </a:solidFill>
              </a:rPr>
              <a:t>The challenge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73E3E44-238C-48AB-AAD7-739F172ECC1F}"/>
              </a:ext>
            </a:extLst>
          </p:cNvPr>
          <p:cNvSpPr>
            <a:spLocks noGrp="1"/>
          </p:cNvSpPr>
          <p:nvPr/>
        </p:nvSpPr>
        <p:spPr>
          <a:xfrm>
            <a:off x="704850" y="4057650"/>
            <a:ext cx="100965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 algn="l">
              <a:defRPr sz="2100" b="0">
                <a:solidFill>
                  <a:srgbClr val="B6B6B3"/>
                </a:solidFill>
              </a:defRPr>
            </a:defPPr>
            <a:lvl1pPr algn="l">
              <a:defRPr sz="2100" b="0">
                <a:solidFill>
                  <a:srgbClr val="B6B6B3"/>
                </a:solidFill>
              </a:defRPr>
            </a:lvl1pPr>
            <a:lvl2pPr algn="l">
              <a:defRPr sz="2100" b="0">
                <a:solidFill>
                  <a:srgbClr val="B6B6B3"/>
                </a:solidFill>
              </a:defRPr>
            </a:lvl2pPr>
            <a:lvl3pPr algn="l">
              <a:defRPr sz="2100" b="0">
                <a:solidFill>
                  <a:srgbClr val="B6B6B3"/>
                </a:solidFill>
              </a:defRPr>
            </a:lvl3pPr>
            <a:lvl4pPr algn="l">
              <a:defRPr sz="2100" b="0">
                <a:solidFill>
                  <a:srgbClr val="B6B6B3"/>
                </a:solidFill>
              </a:defRPr>
            </a:lvl4pPr>
            <a:lvl5pPr algn="l">
              <a:defRPr sz="2100" b="0">
                <a:solidFill>
                  <a:srgbClr val="B6B6B3"/>
                </a:solidFill>
              </a:defRPr>
            </a:lvl5pPr>
            <a:lvl6pPr algn="l">
              <a:defRPr sz="2100" b="0">
                <a:solidFill>
                  <a:srgbClr val="B6B6B3"/>
                </a:solidFill>
              </a:defRPr>
            </a:lvl6pPr>
            <a:lvl7pPr algn="l">
              <a:defRPr sz="2100" b="0">
                <a:solidFill>
                  <a:srgbClr val="B6B6B3"/>
                </a:solidFill>
              </a:defRPr>
            </a:lvl7pPr>
            <a:lvl8pPr algn="l">
              <a:defRPr sz="2100" b="0">
                <a:solidFill>
                  <a:srgbClr val="B6B6B3"/>
                </a:solidFill>
              </a:defRPr>
            </a:lvl8pPr>
            <a:lvl9pPr algn="l">
              <a:defRPr sz="2100" b="0">
                <a:solidFill>
                  <a:srgbClr val="B6B6B3"/>
                </a:solidFill>
              </a:defRPr>
            </a:lvl9pPr>
          </a:lstStyle>
          <a:p>
            <a:pPr algn="l">
              <a:defRPr sz="2100" b="0">
                <a:solidFill>
                  <a:srgbClr val="B6B6B3"/>
                </a:solidFill>
              </a:defRPr>
            </a:pPr>
            <a:r>
              <a:rPr sz="2100" b="0">
                <a:solidFill>
                  <a:srgbClr val="B6B6B3"/>
                </a:solidFill>
              </a:rPr>
              <a:t>A traffic spike can be legitimate. A high packet rate alone cannot prove an attack.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91ACD78-AED5-46F2-A198-B22711BBEB37}"/>
              </a:ext>
            </a:extLst>
          </p:cNvPr>
          <p:cNvSpPr>
            <a:spLocks noGrp="1"/>
          </p:cNvSpPr>
          <p:nvPr/>
        </p:nvSpPr>
        <p:spPr>
          <a:xfrm>
            <a:off x="704850" y="5429250"/>
            <a:ext cx="10096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 algn="l">
              <a:defRPr sz="1875" b="1">
                <a:solidFill>
                  <a:srgbClr val="F7F7F5"/>
                </a:solidFill>
              </a:defRPr>
            </a:defPPr>
            <a:lvl1pPr algn="l">
              <a:defRPr sz="1875" b="1">
                <a:solidFill>
                  <a:srgbClr val="F7F7F5"/>
                </a:solidFill>
              </a:defRPr>
            </a:lvl1pPr>
            <a:lvl2pPr algn="l">
              <a:defRPr sz="1875" b="1">
                <a:solidFill>
                  <a:srgbClr val="F7F7F5"/>
                </a:solidFill>
              </a:defRPr>
            </a:lvl2pPr>
            <a:lvl3pPr algn="l">
              <a:defRPr sz="1875" b="1">
                <a:solidFill>
                  <a:srgbClr val="F7F7F5"/>
                </a:solidFill>
              </a:defRPr>
            </a:lvl3pPr>
            <a:lvl4pPr algn="l">
              <a:defRPr sz="1875" b="1">
                <a:solidFill>
                  <a:srgbClr val="F7F7F5"/>
                </a:solidFill>
              </a:defRPr>
            </a:lvl4pPr>
            <a:lvl5pPr algn="l">
              <a:defRPr sz="1875" b="1">
                <a:solidFill>
                  <a:srgbClr val="F7F7F5"/>
                </a:solidFill>
              </a:defRPr>
            </a:lvl5pPr>
            <a:lvl6pPr algn="l">
              <a:defRPr sz="1875" b="1">
                <a:solidFill>
                  <a:srgbClr val="F7F7F5"/>
                </a:solidFill>
              </a:defRPr>
            </a:lvl6pPr>
            <a:lvl7pPr algn="l">
              <a:defRPr sz="1875" b="1">
                <a:solidFill>
                  <a:srgbClr val="F7F7F5"/>
                </a:solidFill>
              </a:defRPr>
            </a:lvl7pPr>
            <a:lvl8pPr algn="l">
              <a:defRPr sz="1875" b="1">
                <a:solidFill>
                  <a:srgbClr val="F7F7F5"/>
                </a:solidFill>
              </a:defRPr>
            </a:lvl8pPr>
            <a:lvl9pPr algn="l">
              <a:defRPr sz="1875" b="1">
                <a:solidFill>
                  <a:srgbClr val="F7F7F5"/>
                </a:solidFill>
              </a:defRPr>
            </a:lvl9pPr>
          </a:lstStyle>
          <a:p>
            <a:pPr algn="l">
              <a:defRPr sz="1875" b="1">
                <a:solidFill>
                  <a:srgbClr val="F7F7F5"/>
                </a:solidFill>
              </a:defRPr>
            </a:pPr>
            <a:r>
              <a:rPr sz="1875" b="1">
                <a:solidFill>
                  <a:srgbClr val="F7F7F5"/>
                </a:solidFill>
              </a:rPr>
              <a:t>SentinelShield measures short traffic windows and shows the reason behind each alert.</a:t>
            </a:r>
          </a:p>
        </p:txBody>
      </p:sp>
    </p:spTree>
    <p:extLst>
      <p:ext uri="{BB962C8B-B14F-4D97-AF65-F5344CB8AC3E}">
        <p14:creationId xmlns:p14="http://schemas.microsoft.com/office/powerpoint/2010/main" val="10002141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98716D6C-4165-4502-BB36-AAFF4CCACD9C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7429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 algn="l">
              <a:defRPr sz="1125" b="1">
                <a:solidFill>
                  <a:srgbClr val="DE5A1D"/>
                </a:solidFill>
              </a:defRPr>
            </a:defPPr>
            <a:lvl1pPr algn="l">
              <a:defRPr sz="1125" b="1">
                <a:solidFill>
                  <a:srgbClr val="DE5A1D"/>
                </a:solidFill>
              </a:defRPr>
            </a:lvl1pPr>
            <a:lvl2pPr algn="l">
              <a:defRPr sz="1125" b="1">
                <a:solidFill>
                  <a:srgbClr val="DE5A1D"/>
                </a:solidFill>
              </a:defRPr>
            </a:lvl2pPr>
            <a:lvl3pPr algn="l">
              <a:defRPr sz="1125" b="1">
                <a:solidFill>
                  <a:srgbClr val="DE5A1D"/>
                </a:solidFill>
              </a:defRPr>
            </a:lvl3pPr>
            <a:lvl4pPr algn="l">
              <a:defRPr sz="1125" b="1">
                <a:solidFill>
                  <a:srgbClr val="DE5A1D"/>
                </a:solidFill>
              </a:defRPr>
            </a:lvl4pPr>
            <a:lvl5pPr algn="l">
              <a:defRPr sz="1125" b="1">
                <a:solidFill>
                  <a:srgbClr val="DE5A1D"/>
                </a:solidFill>
              </a:defRPr>
            </a:lvl5pPr>
            <a:lvl6pPr algn="l">
              <a:defRPr sz="1125" b="1">
                <a:solidFill>
                  <a:srgbClr val="DE5A1D"/>
                </a:solidFill>
              </a:defRPr>
            </a:lvl6pPr>
            <a:lvl7pPr algn="l">
              <a:defRPr sz="1125" b="1">
                <a:solidFill>
                  <a:srgbClr val="DE5A1D"/>
                </a:solidFill>
              </a:defRPr>
            </a:lvl7pPr>
            <a:lvl8pPr algn="l">
              <a:defRPr sz="1125" b="1">
                <a:solidFill>
                  <a:srgbClr val="DE5A1D"/>
                </a:solidFill>
              </a:defRPr>
            </a:lvl8pPr>
            <a:lvl9pPr algn="l">
              <a:defRPr sz="1125" b="1">
                <a:solidFill>
                  <a:srgbClr val="DE5A1D"/>
                </a:solidFill>
              </a:defRPr>
            </a:lvl9pPr>
          </a:lstStyle>
          <a:p>
            <a:pPr algn="l">
              <a:defRPr sz="1125" b="1">
                <a:solidFill>
                  <a:srgbClr val="DE5A1D"/>
                </a:solidFill>
              </a:defRPr>
            </a:pPr>
            <a:r>
              <a:rPr sz="1125" b="1">
                <a:solidFill>
                  <a:srgbClr val="DE5A1D"/>
                </a:solidFill>
              </a:rPr>
              <a:t>SYSTEM DESIGN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0192938-3F76-4D65-8243-1BA1490073E2}"/>
              </a:ext>
            </a:extLst>
          </p:cNvPr>
          <p:cNvSpPr>
            <a:spLocks noGrp="1"/>
          </p:cNvSpPr>
          <p:nvPr/>
        </p:nvSpPr>
        <p:spPr>
          <a:xfrm>
            <a:off x="666750" y="819150"/>
            <a:ext cx="10810875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 algn="l">
              <a:defRPr sz="3000" b="1">
                <a:solidFill>
                  <a:srgbClr val="F7F7F5"/>
                </a:solidFill>
              </a:defRPr>
            </a:defPPr>
            <a:lvl1pPr algn="l">
              <a:defRPr sz="3000" b="1">
                <a:solidFill>
                  <a:srgbClr val="F7F7F5"/>
                </a:solidFill>
              </a:defRPr>
            </a:lvl1pPr>
            <a:lvl2pPr algn="l">
              <a:defRPr sz="3000" b="1">
                <a:solidFill>
                  <a:srgbClr val="F7F7F5"/>
                </a:solidFill>
              </a:defRPr>
            </a:lvl2pPr>
            <a:lvl3pPr algn="l">
              <a:defRPr sz="3000" b="1">
                <a:solidFill>
                  <a:srgbClr val="F7F7F5"/>
                </a:solidFill>
              </a:defRPr>
            </a:lvl3pPr>
            <a:lvl4pPr algn="l">
              <a:defRPr sz="3000" b="1">
                <a:solidFill>
                  <a:srgbClr val="F7F7F5"/>
                </a:solidFill>
              </a:defRPr>
            </a:lvl4pPr>
            <a:lvl5pPr algn="l">
              <a:defRPr sz="3000" b="1">
                <a:solidFill>
                  <a:srgbClr val="F7F7F5"/>
                </a:solidFill>
              </a:defRPr>
            </a:lvl5pPr>
            <a:lvl6pPr algn="l">
              <a:defRPr sz="3000" b="1">
                <a:solidFill>
                  <a:srgbClr val="F7F7F5"/>
                </a:solidFill>
              </a:defRPr>
            </a:lvl6pPr>
            <a:lvl7pPr algn="l">
              <a:defRPr sz="3000" b="1">
                <a:solidFill>
                  <a:srgbClr val="F7F7F5"/>
                </a:solidFill>
              </a:defRPr>
            </a:lvl7pPr>
            <a:lvl8pPr algn="l">
              <a:defRPr sz="3000" b="1">
                <a:solidFill>
                  <a:srgbClr val="F7F7F5"/>
                </a:solidFill>
              </a:defRPr>
            </a:lvl8pPr>
            <a:lvl9pPr algn="l">
              <a:defRPr sz="3000" b="1">
                <a:solidFill>
                  <a:srgbClr val="F7F7F5"/>
                </a:solidFill>
              </a:defRPr>
            </a:lvl9pPr>
          </a:lstStyle>
          <a:p>
            <a:pPr algn="l">
              <a:defRPr sz="3000" b="1">
                <a:solidFill>
                  <a:srgbClr val="F7F7F5"/>
                </a:solidFill>
              </a:defRPr>
            </a:pPr>
            <a:r>
              <a:rPr sz="3000" b="1">
                <a:solidFill>
                  <a:srgbClr val="F7F7F5"/>
                </a:solidFill>
              </a:rPr>
              <a:t>From packets to an alert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C24C658-2048-477C-BDDC-3135BDA93589}"/>
              </a:ext>
            </a:extLst>
          </p:cNvPr>
          <p:cNvSpPr>
            <a:spLocks noGrp="1"/>
          </p:cNvSpPr>
          <p:nvPr/>
        </p:nvSpPr>
        <p:spPr>
          <a:xfrm>
            <a:off x="11125200" y="428625"/>
            <a:ext cx="419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 algn="r">
              <a:defRPr sz="1050" b="0">
                <a:solidFill>
                  <a:srgbClr val="777774"/>
                </a:solidFill>
              </a:defRPr>
            </a:defPPr>
            <a:lvl1pPr algn="r">
              <a:defRPr sz="1050" b="0">
                <a:solidFill>
                  <a:srgbClr val="777774"/>
                </a:solidFill>
              </a:defRPr>
            </a:lvl1pPr>
            <a:lvl2pPr algn="r">
              <a:defRPr sz="1050" b="0">
                <a:solidFill>
                  <a:srgbClr val="777774"/>
                </a:solidFill>
              </a:defRPr>
            </a:lvl2pPr>
            <a:lvl3pPr algn="r">
              <a:defRPr sz="1050" b="0">
                <a:solidFill>
                  <a:srgbClr val="777774"/>
                </a:solidFill>
              </a:defRPr>
            </a:lvl3pPr>
            <a:lvl4pPr algn="r">
              <a:defRPr sz="1050" b="0">
                <a:solidFill>
                  <a:srgbClr val="777774"/>
                </a:solidFill>
              </a:defRPr>
            </a:lvl4pPr>
            <a:lvl5pPr algn="r">
              <a:defRPr sz="1050" b="0">
                <a:solidFill>
                  <a:srgbClr val="777774"/>
                </a:solidFill>
              </a:defRPr>
            </a:lvl5pPr>
            <a:lvl6pPr algn="r">
              <a:defRPr sz="1050" b="0">
                <a:solidFill>
                  <a:srgbClr val="777774"/>
                </a:solidFill>
              </a:defRPr>
            </a:lvl6pPr>
            <a:lvl7pPr algn="r">
              <a:defRPr sz="1050" b="0">
                <a:solidFill>
                  <a:srgbClr val="777774"/>
                </a:solidFill>
              </a:defRPr>
            </a:lvl7pPr>
            <a:lvl8pPr algn="r">
              <a:defRPr sz="1050" b="0">
                <a:solidFill>
                  <a:srgbClr val="777774"/>
                </a:solidFill>
              </a:defRPr>
            </a:lvl8pPr>
            <a:lvl9pPr algn="r">
              <a:defRPr sz="1050" b="0">
                <a:solidFill>
                  <a:srgbClr val="777774"/>
                </a:solidFill>
              </a:defRPr>
            </a:lvl9pPr>
          </a:lstStyle>
          <a:p>
            <a:pPr algn="r">
              <a:defRPr sz="1050" b="0">
                <a:solidFill>
                  <a:srgbClr val="777774"/>
                </a:solidFill>
              </a:defRPr>
            </a:pPr>
            <a:r>
              <a:rPr sz="1050" b="0">
                <a:solidFill>
                  <a:srgbClr val="777774"/>
                </a:solidFill>
              </a:rPr>
              <a:t>03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0C5127F-DB0E-4D21-8C43-C81CF788A45D}"/>
              </a:ext>
            </a:extLst>
          </p:cNvPr>
          <p:cNvSpPr>
            <a:spLocks noGrp="1"/>
          </p:cNvSpPr>
          <p:nvPr/>
        </p:nvSpPr>
        <p:spPr>
          <a:xfrm>
            <a:off x="704850" y="2076450"/>
            <a:ext cx="2238375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 algn="l">
              <a:defRPr sz="3450" b="1">
                <a:solidFill>
                  <a:srgbClr val="DE5A1D"/>
                </a:solidFill>
              </a:defRPr>
            </a:defPPr>
            <a:lvl1pPr algn="l">
              <a:defRPr sz="3450" b="1">
                <a:solidFill>
                  <a:srgbClr val="DE5A1D"/>
                </a:solidFill>
              </a:defRPr>
            </a:lvl1pPr>
            <a:lvl2pPr algn="l">
              <a:defRPr sz="3450" b="1">
                <a:solidFill>
                  <a:srgbClr val="DE5A1D"/>
                </a:solidFill>
              </a:defRPr>
            </a:lvl2pPr>
            <a:lvl3pPr algn="l">
              <a:defRPr sz="3450" b="1">
                <a:solidFill>
                  <a:srgbClr val="DE5A1D"/>
                </a:solidFill>
              </a:defRPr>
            </a:lvl3pPr>
            <a:lvl4pPr algn="l">
              <a:defRPr sz="3450" b="1">
                <a:solidFill>
                  <a:srgbClr val="DE5A1D"/>
                </a:solidFill>
              </a:defRPr>
            </a:lvl4pPr>
            <a:lvl5pPr algn="l">
              <a:defRPr sz="3450" b="1">
                <a:solidFill>
                  <a:srgbClr val="DE5A1D"/>
                </a:solidFill>
              </a:defRPr>
            </a:lvl5pPr>
            <a:lvl6pPr algn="l">
              <a:defRPr sz="3450" b="1">
                <a:solidFill>
                  <a:srgbClr val="DE5A1D"/>
                </a:solidFill>
              </a:defRPr>
            </a:lvl6pPr>
            <a:lvl7pPr algn="l">
              <a:defRPr sz="3450" b="1">
                <a:solidFill>
                  <a:srgbClr val="DE5A1D"/>
                </a:solidFill>
              </a:defRPr>
            </a:lvl7pPr>
            <a:lvl8pPr algn="l">
              <a:defRPr sz="3450" b="1">
                <a:solidFill>
                  <a:srgbClr val="DE5A1D"/>
                </a:solidFill>
              </a:defRPr>
            </a:lvl8pPr>
            <a:lvl9pPr algn="l">
              <a:defRPr sz="3450" b="1">
                <a:solidFill>
                  <a:srgbClr val="DE5A1D"/>
                </a:solidFill>
              </a:defRPr>
            </a:lvl9pPr>
          </a:lstStyle>
          <a:p>
            <a:pPr algn="l">
              <a:defRPr sz="3450" b="1">
                <a:solidFill>
                  <a:srgbClr val="DE5A1D"/>
                </a:solidFill>
              </a:defRPr>
            </a:pPr>
            <a:r>
              <a:rPr sz="3450" b="1">
                <a:solidFill>
                  <a:srgbClr val="DE5A1D"/>
                </a:solidFill>
              </a:rPr>
              <a:t>01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8E573B0-AB43-4826-B3CE-465675C12502}"/>
              </a:ext>
            </a:extLst>
          </p:cNvPr>
          <p:cNvSpPr>
            <a:spLocks noGrp="1"/>
          </p:cNvSpPr>
          <p:nvPr/>
        </p:nvSpPr>
        <p:spPr>
          <a:xfrm>
            <a:off x="704850" y="3133725"/>
            <a:ext cx="2381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 algn="l">
              <a:defRPr sz="2175" b="1">
                <a:solidFill>
                  <a:srgbClr val="F7F7F5"/>
                </a:solidFill>
              </a:defRPr>
            </a:defPPr>
            <a:lvl1pPr algn="l">
              <a:defRPr sz="2175" b="1">
                <a:solidFill>
                  <a:srgbClr val="F7F7F5"/>
                </a:solidFill>
              </a:defRPr>
            </a:lvl1pPr>
            <a:lvl2pPr algn="l">
              <a:defRPr sz="2175" b="1">
                <a:solidFill>
                  <a:srgbClr val="F7F7F5"/>
                </a:solidFill>
              </a:defRPr>
            </a:lvl2pPr>
            <a:lvl3pPr algn="l">
              <a:defRPr sz="2175" b="1">
                <a:solidFill>
                  <a:srgbClr val="F7F7F5"/>
                </a:solidFill>
              </a:defRPr>
            </a:lvl3pPr>
            <a:lvl4pPr algn="l">
              <a:defRPr sz="2175" b="1">
                <a:solidFill>
                  <a:srgbClr val="F7F7F5"/>
                </a:solidFill>
              </a:defRPr>
            </a:lvl4pPr>
            <a:lvl5pPr algn="l">
              <a:defRPr sz="2175" b="1">
                <a:solidFill>
                  <a:srgbClr val="F7F7F5"/>
                </a:solidFill>
              </a:defRPr>
            </a:lvl5pPr>
            <a:lvl6pPr algn="l">
              <a:defRPr sz="2175" b="1">
                <a:solidFill>
                  <a:srgbClr val="F7F7F5"/>
                </a:solidFill>
              </a:defRPr>
            </a:lvl6pPr>
            <a:lvl7pPr algn="l">
              <a:defRPr sz="2175" b="1">
                <a:solidFill>
                  <a:srgbClr val="F7F7F5"/>
                </a:solidFill>
              </a:defRPr>
            </a:lvl7pPr>
            <a:lvl8pPr algn="l">
              <a:defRPr sz="2175" b="1">
                <a:solidFill>
                  <a:srgbClr val="F7F7F5"/>
                </a:solidFill>
              </a:defRPr>
            </a:lvl8pPr>
            <a:lvl9pPr algn="l">
              <a:defRPr sz="2175" b="1">
                <a:solidFill>
                  <a:srgbClr val="F7F7F5"/>
                </a:solidFill>
              </a:defRPr>
            </a:lvl9pPr>
          </a:lstStyle>
          <a:p>
            <a:pPr algn="l">
              <a:defRPr sz="2175" b="1">
                <a:solidFill>
                  <a:srgbClr val="F7F7F5"/>
                </a:solidFill>
              </a:defRPr>
            </a:pPr>
            <a:r>
              <a:rPr sz="2175" b="1">
                <a:solidFill>
                  <a:srgbClr val="F7F7F5"/>
                </a:solidFill>
              </a:rPr>
              <a:t>Capture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E33E8E1-68D2-4719-A4B6-ED4341C3EB00}"/>
              </a:ext>
            </a:extLst>
          </p:cNvPr>
          <p:cNvSpPr>
            <a:spLocks noGrp="1"/>
          </p:cNvSpPr>
          <p:nvPr/>
        </p:nvSpPr>
        <p:spPr>
          <a:xfrm>
            <a:off x="704850" y="3810000"/>
            <a:ext cx="2333625" cy="1476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 algn="l">
              <a:defRPr sz="1725" b="0">
                <a:solidFill>
                  <a:srgbClr val="B6B6B3"/>
                </a:solidFill>
              </a:defRPr>
            </a:defPPr>
            <a:lvl1pPr algn="l">
              <a:defRPr sz="1725" b="0">
                <a:solidFill>
                  <a:srgbClr val="B6B6B3"/>
                </a:solidFill>
              </a:defRPr>
            </a:lvl1pPr>
            <a:lvl2pPr algn="l">
              <a:defRPr sz="1725" b="0">
                <a:solidFill>
                  <a:srgbClr val="B6B6B3"/>
                </a:solidFill>
              </a:defRPr>
            </a:lvl2pPr>
            <a:lvl3pPr algn="l">
              <a:defRPr sz="1725" b="0">
                <a:solidFill>
                  <a:srgbClr val="B6B6B3"/>
                </a:solidFill>
              </a:defRPr>
            </a:lvl3pPr>
            <a:lvl4pPr algn="l">
              <a:defRPr sz="1725" b="0">
                <a:solidFill>
                  <a:srgbClr val="B6B6B3"/>
                </a:solidFill>
              </a:defRPr>
            </a:lvl4pPr>
            <a:lvl5pPr algn="l">
              <a:defRPr sz="1725" b="0">
                <a:solidFill>
                  <a:srgbClr val="B6B6B3"/>
                </a:solidFill>
              </a:defRPr>
            </a:lvl5pPr>
            <a:lvl6pPr algn="l">
              <a:defRPr sz="1725" b="0">
                <a:solidFill>
                  <a:srgbClr val="B6B6B3"/>
                </a:solidFill>
              </a:defRPr>
            </a:lvl6pPr>
            <a:lvl7pPr algn="l">
              <a:defRPr sz="1725" b="0">
                <a:solidFill>
                  <a:srgbClr val="B6B6B3"/>
                </a:solidFill>
              </a:defRPr>
            </a:lvl7pPr>
            <a:lvl8pPr algn="l">
              <a:defRPr sz="1725" b="0">
                <a:solidFill>
                  <a:srgbClr val="B6B6B3"/>
                </a:solidFill>
              </a:defRPr>
            </a:lvl8pPr>
            <a:lvl9pPr algn="l">
              <a:defRPr sz="1725" b="0">
                <a:solidFill>
                  <a:srgbClr val="B6B6B3"/>
                </a:solidFill>
              </a:defRPr>
            </a:lvl9pPr>
          </a:lstStyle>
          <a:p>
            <a:pPr algn="l">
              <a:defRPr sz="1725" b="0">
                <a:solidFill>
                  <a:srgbClr val="B6B6B3"/>
                </a:solidFill>
              </a:defRPr>
            </a:pPr>
            <a:r>
              <a:rPr sz="1725" b="0">
                <a:solidFill>
                  <a:srgbClr val="B6B6B3"/>
                </a:solidFill>
              </a:rPr>
              <a:t>Synthetic demo, authorized file or opt-in live capture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EC30418-0410-4C47-BA7A-162F7C78A263}"/>
              </a:ext>
            </a:extLst>
          </p:cNvPr>
          <p:cNvSpPr>
            <a:spLocks noGrp="1"/>
          </p:cNvSpPr>
          <p:nvPr/>
        </p:nvSpPr>
        <p:spPr>
          <a:xfrm>
            <a:off x="3429000" y="2076450"/>
            <a:ext cx="2238375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 algn="l">
              <a:defRPr sz="3450" b="1">
                <a:solidFill>
                  <a:srgbClr val="DE5A1D"/>
                </a:solidFill>
              </a:defRPr>
            </a:defPPr>
            <a:lvl1pPr algn="l">
              <a:defRPr sz="3450" b="1">
                <a:solidFill>
                  <a:srgbClr val="DE5A1D"/>
                </a:solidFill>
              </a:defRPr>
            </a:lvl1pPr>
            <a:lvl2pPr algn="l">
              <a:defRPr sz="3450" b="1">
                <a:solidFill>
                  <a:srgbClr val="DE5A1D"/>
                </a:solidFill>
              </a:defRPr>
            </a:lvl2pPr>
            <a:lvl3pPr algn="l">
              <a:defRPr sz="3450" b="1">
                <a:solidFill>
                  <a:srgbClr val="DE5A1D"/>
                </a:solidFill>
              </a:defRPr>
            </a:lvl3pPr>
            <a:lvl4pPr algn="l">
              <a:defRPr sz="3450" b="1">
                <a:solidFill>
                  <a:srgbClr val="DE5A1D"/>
                </a:solidFill>
              </a:defRPr>
            </a:lvl4pPr>
            <a:lvl5pPr algn="l">
              <a:defRPr sz="3450" b="1">
                <a:solidFill>
                  <a:srgbClr val="DE5A1D"/>
                </a:solidFill>
              </a:defRPr>
            </a:lvl5pPr>
            <a:lvl6pPr algn="l">
              <a:defRPr sz="3450" b="1">
                <a:solidFill>
                  <a:srgbClr val="DE5A1D"/>
                </a:solidFill>
              </a:defRPr>
            </a:lvl6pPr>
            <a:lvl7pPr algn="l">
              <a:defRPr sz="3450" b="1">
                <a:solidFill>
                  <a:srgbClr val="DE5A1D"/>
                </a:solidFill>
              </a:defRPr>
            </a:lvl7pPr>
            <a:lvl8pPr algn="l">
              <a:defRPr sz="3450" b="1">
                <a:solidFill>
                  <a:srgbClr val="DE5A1D"/>
                </a:solidFill>
              </a:defRPr>
            </a:lvl8pPr>
            <a:lvl9pPr algn="l">
              <a:defRPr sz="3450" b="1">
                <a:solidFill>
                  <a:srgbClr val="DE5A1D"/>
                </a:solidFill>
              </a:defRPr>
            </a:lvl9pPr>
          </a:lstStyle>
          <a:p>
            <a:pPr algn="l">
              <a:defRPr sz="3450" b="1">
                <a:solidFill>
                  <a:srgbClr val="DE5A1D"/>
                </a:solidFill>
              </a:defRPr>
            </a:pPr>
            <a:r>
              <a:rPr sz="3450" b="1">
                <a:solidFill>
                  <a:srgbClr val="DE5A1D"/>
                </a:solidFill>
              </a:rPr>
              <a:t>02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8C1E2FA-D42D-47D4-B0CB-D2D6CA93CB58}"/>
              </a:ext>
            </a:extLst>
          </p:cNvPr>
          <p:cNvSpPr>
            <a:spLocks noGrp="1"/>
          </p:cNvSpPr>
          <p:nvPr/>
        </p:nvSpPr>
        <p:spPr>
          <a:xfrm>
            <a:off x="3429000" y="3133725"/>
            <a:ext cx="2381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 algn="l">
              <a:defRPr sz="2175" b="1">
                <a:solidFill>
                  <a:srgbClr val="F7F7F5"/>
                </a:solidFill>
              </a:defRPr>
            </a:defPPr>
            <a:lvl1pPr algn="l">
              <a:defRPr sz="2175" b="1">
                <a:solidFill>
                  <a:srgbClr val="F7F7F5"/>
                </a:solidFill>
              </a:defRPr>
            </a:lvl1pPr>
            <a:lvl2pPr algn="l">
              <a:defRPr sz="2175" b="1">
                <a:solidFill>
                  <a:srgbClr val="F7F7F5"/>
                </a:solidFill>
              </a:defRPr>
            </a:lvl2pPr>
            <a:lvl3pPr algn="l">
              <a:defRPr sz="2175" b="1">
                <a:solidFill>
                  <a:srgbClr val="F7F7F5"/>
                </a:solidFill>
              </a:defRPr>
            </a:lvl3pPr>
            <a:lvl4pPr algn="l">
              <a:defRPr sz="2175" b="1">
                <a:solidFill>
                  <a:srgbClr val="F7F7F5"/>
                </a:solidFill>
              </a:defRPr>
            </a:lvl4pPr>
            <a:lvl5pPr algn="l">
              <a:defRPr sz="2175" b="1">
                <a:solidFill>
                  <a:srgbClr val="F7F7F5"/>
                </a:solidFill>
              </a:defRPr>
            </a:lvl5pPr>
            <a:lvl6pPr algn="l">
              <a:defRPr sz="2175" b="1">
                <a:solidFill>
                  <a:srgbClr val="F7F7F5"/>
                </a:solidFill>
              </a:defRPr>
            </a:lvl6pPr>
            <a:lvl7pPr algn="l">
              <a:defRPr sz="2175" b="1">
                <a:solidFill>
                  <a:srgbClr val="F7F7F5"/>
                </a:solidFill>
              </a:defRPr>
            </a:lvl7pPr>
            <a:lvl8pPr algn="l">
              <a:defRPr sz="2175" b="1">
                <a:solidFill>
                  <a:srgbClr val="F7F7F5"/>
                </a:solidFill>
              </a:defRPr>
            </a:lvl8pPr>
            <a:lvl9pPr algn="l">
              <a:defRPr sz="2175" b="1">
                <a:solidFill>
                  <a:srgbClr val="F7F7F5"/>
                </a:solidFill>
              </a:defRPr>
            </a:lvl9pPr>
          </a:lstStyle>
          <a:p>
            <a:pPr algn="l">
              <a:defRPr sz="2175" b="1">
                <a:solidFill>
                  <a:srgbClr val="F7F7F5"/>
                </a:solidFill>
              </a:defRPr>
            </a:pPr>
            <a:r>
              <a:rPr sz="2175" b="1">
                <a:solidFill>
                  <a:srgbClr val="F7F7F5"/>
                </a:solidFill>
              </a:rPr>
              <a:t>Window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DB2EEC5-445B-4CD5-AEBA-98DA27A30AF3}"/>
              </a:ext>
            </a:extLst>
          </p:cNvPr>
          <p:cNvSpPr>
            <a:spLocks noGrp="1"/>
          </p:cNvSpPr>
          <p:nvPr/>
        </p:nvSpPr>
        <p:spPr>
          <a:xfrm>
            <a:off x="3429000" y="3810000"/>
            <a:ext cx="2333625" cy="1476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 algn="l">
              <a:defRPr sz="1725" b="0">
                <a:solidFill>
                  <a:srgbClr val="B6B6B3"/>
                </a:solidFill>
              </a:defRPr>
            </a:defPPr>
            <a:lvl1pPr algn="l">
              <a:defRPr sz="1725" b="0">
                <a:solidFill>
                  <a:srgbClr val="B6B6B3"/>
                </a:solidFill>
              </a:defRPr>
            </a:lvl1pPr>
            <a:lvl2pPr algn="l">
              <a:defRPr sz="1725" b="0">
                <a:solidFill>
                  <a:srgbClr val="B6B6B3"/>
                </a:solidFill>
              </a:defRPr>
            </a:lvl2pPr>
            <a:lvl3pPr algn="l">
              <a:defRPr sz="1725" b="0">
                <a:solidFill>
                  <a:srgbClr val="B6B6B3"/>
                </a:solidFill>
              </a:defRPr>
            </a:lvl3pPr>
            <a:lvl4pPr algn="l">
              <a:defRPr sz="1725" b="0">
                <a:solidFill>
                  <a:srgbClr val="B6B6B3"/>
                </a:solidFill>
              </a:defRPr>
            </a:lvl4pPr>
            <a:lvl5pPr algn="l">
              <a:defRPr sz="1725" b="0">
                <a:solidFill>
                  <a:srgbClr val="B6B6B3"/>
                </a:solidFill>
              </a:defRPr>
            </a:lvl5pPr>
            <a:lvl6pPr algn="l">
              <a:defRPr sz="1725" b="0">
                <a:solidFill>
                  <a:srgbClr val="B6B6B3"/>
                </a:solidFill>
              </a:defRPr>
            </a:lvl6pPr>
            <a:lvl7pPr algn="l">
              <a:defRPr sz="1725" b="0">
                <a:solidFill>
                  <a:srgbClr val="B6B6B3"/>
                </a:solidFill>
              </a:defRPr>
            </a:lvl7pPr>
            <a:lvl8pPr algn="l">
              <a:defRPr sz="1725" b="0">
                <a:solidFill>
                  <a:srgbClr val="B6B6B3"/>
                </a:solidFill>
              </a:defRPr>
            </a:lvl8pPr>
            <a:lvl9pPr algn="l">
              <a:defRPr sz="1725" b="0">
                <a:solidFill>
                  <a:srgbClr val="B6B6B3"/>
                </a:solidFill>
              </a:defRPr>
            </a:lvl9pPr>
          </a:lstStyle>
          <a:p>
            <a:pPr algn="l">
              <a:defRPr sz="1725" b="0">
                <a:solidFill>
                  <a:srgbClr val="B6B6B3"/>
                </a:solidFill>
              </a:defRPr>
            </a:pPr>
            <a:r>
              <a:rPr sz="1725" b="0">
                <a:solidFill>
                  <a:srgbClr val="B6B6B3"/>
                </a:solidFill>
              </a:rPr>
              <a:t>Packet metadata grouped into five-second windows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5FF468D-90A3-49C8-B8A9-F5690047C2FC}"/>
              </a:ext>
            </a:extLst>
          </p:cNvPr>
          <p:cNvSpPr>
            <a:spLocks noGrp="1"/>
          </p:cNvSpPr>
          <p:nvPr/>
        </p:nvSpPr>
        <p:spPr>
          <a:xfrm>
            <a:off x="6153150" y="2076450"/>
            <a:ext cx="2238375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 algn="l">
              <a:defRPr sz="3450" b="1">
                <a:solidFill>
                  <a:srgbClr val="DE5A1D"/>
                </a:solidFill>
              </a:defRPr>
            </a:defPPr>
            <a:lvl1pPr algn="l">
              <a:defRPr sz="3450" b="1">
                <a:solidFill>
                  <a:srgbClr val="DE5A1D"/>
                </a:solidFill>
              </a:defRPr>
            </a:lvl1pPr>
            <a:lvl2pPr algn="l">
              <a:defRPr sz="3450" b="1">
                <a:solidFill>
                  <a:srgbClr val="DE5A1D"/>
                </a:solidFill>
              </a:defRPr>
            </a:lvl2pPr>
            <a:lvl3pPr algn="l">
              <a:defRPr sz="3450" b="1">
                <a:solidFill>
                  <a:srgbClr val="DE5A1D"/>
                </a:solidFill>
              </a:defRPr>
            </a:lvl3pPr>
            <a:lvl4pPr algn="l">
              <a:defRPr sz="3450" b="1">
                <a:solidFill>
                  <a:srgbClr val="DE5A1D"/>
                </a:solidFill>
              </a:defRPr>
            </a:lvl4pPr>
            <a:lvl5pPr algn="l">
              <a:defRPr sz="3450" b="1">
                <a:solidFill>
                  <a:srgbClr val="DE5A1D"/>
                </a:solidFill>
              </a:defRPr>
            </a:lvl5pPr>
            <a:lvl6pPr algn="l">
              <a:defRPr sz="3450" b="1">
                <a:solidFill>
                  <a:srgbClr val="DE5A1D"/>
                </a:solidFill>
              </a:defRPr>
            </a:lvl6pPr>
            <a:lvl7pPr algn="l">
              <a:defRPr sz="3450" b="1">
                <a:solidFill>
                  <a:srgbClr val="DE5A1D"/>
                </a:solidFill>
              </a:defRPr>
            </a:lvl7pPr>
            <a:lvl8pPr algn="l">
              <a:defRPr sz="3450" b="1">
                <a:solidFill>
                  <a:srgbClr val="DE5A1D"/>
                </a:solidFill>
              </a:defRPr>
            </a:lvl8pPr>
            <a:lvl9pPr algn="l">
              <a:defRPr sz="3450" b="1">
                <a:solidFill>
                  <a:srgbClr val="DE5A1D"/>
                </a:solidFill>
              </a:defRPr>
            </a:lvl9pPr>
          </a:lstStyle>
          <a:p>
            <a:pPr algn="l">
              <a:defRPr sz="3450" b="1">
                <a:solidFill>
                  <a:srgbClr val="DE5A1D"/>
                </a:solidFill>
              </a:defRPr>
            </a:pPr>
            <a:r>
              <a:rPr sz="3450" b="1">
                <a:solidFill>
                  <a:srgbClr val="DE5A1D"/>
                </a:solidFill>
              </a:rPr>
              <a:t>03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B2E567B-562B-473F-99C4-FF9416E1ED70}"/>
              </a:ext>
            </a:extLst>
          </p:cNvPr>
          <p:cNvSpPr>
            <a:spLocks noGrp="1"/>
          </p:cNvSpPr>
          <p:nvPr/>
        </p:nvSpPr>
        <p:spPr>
          <a:xfrm>
            <a:off x="6153150" y="3133725"/>
            <a:ext cx="2381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 algn="l">
              <a:defRPr sz="2175" b="1">
                <a:solidFill>
                  <a:srgbClr val="F7F7F5"/>
                </a:solidFill>
              </a:defRPr>
            </a:defPPr>
            <a:lvl1pPr algn="l">
              <a:defRPr sz="2175" b="1">
                <a:solidFill>
                  <a:srgbClr val="F7F7F5"/>
                </a:solidFill>
              </a:defRPr>
            </a:lvl1pPr>
            <a:lvl2pPr algn="l">
              <a:defRPr sz="2175" b="1">
                <a:solidFill>
                  <a:srgbClr val="F7F7F5"/>
                </a:solidFill>
              </a:defRPr>
            </a:lvl2pPr>
            <a:lvl3pPr algn="l">
              <a:defRPr sz="2175" b="1">
                <a:solidFill>
                  <a:srgbClr val="F7F7F5"/>
                </a:solidFill>
              </a:defRPr>
            </a:lvl3pPr>
            <a:lvl4pPr algn="l">
              <a:defRPr sz="2175" b="1">
                <a:solidFill>
                  <a:srgbClr val="F7F7F5"/>
                </a:solidFill>
              </a:defRPr>
            </a:lvl4pPr>
            <a:lvl5pPr algn="l">
              <a:defRPr sz="2175" b="1">
                <a:solidFill>
                  <a:srgbClr val="F7F7F5"/>
                </a:solidFill>
              </a:defRPr>
            </a:lvl5pPr>
            <a:lvl6pPr algn="l">
              <a:defRPr sz="2175" b="1">
                <a:solidFill>
                  <a:srgbClr val="F7F7F5"/>
                </a:solidFill>
              </a:defRPr>
            </a:lvl6pPr>
            <a:lvl7pPr algn="l">
              <a:defRPr sz="2175" b="1">
                <a:solidFill>
                  <a:srgbClr val="F7F7F5"/>
                </a:solidFill>
              </a:defRPr>
            </a:lvl7pPr>
            <a:lvl8pPr algn="l">
              <a:defRPr sz="2175" b="1">
                <a:solidFill>
                  <a:srgbClr val="F7F7F5"/>
                </a:solidFill>
              </a:defRPr>
            </a:lvl8pPr>
            <a:lvl9pPr algn="l">
              <a:defRPr sz="2175" b="1">
                <a:solidFill>
                  <a:srgbClr val="F7F7F5"/>
                </a:solidFill>
              </a:defRPr>
            </a:lvl9pPr>
          </a:lstStyle>
          <a:p>
            <a:pPr algn="l">
              <a:defRPr sz="2175" b="1">
                <a:solidFill>
                  <a:srgbClr val="F7F7F5"/>
                </a:solidFill>
              </a:defRPr>
            </a:pPr>
            <a:r>
              <a:rPr sz="2175" b="1">
                <a:solidFill>
                  <a:srgbClr val="F7F7F5"/>
                </a:solidFill>
              </a:rPr>
              <a:t>Rule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374CD08-85D1-43F3-8AB2-E9A784A390B2}"/>
              </a:ext>
            </a:extLst>
          </p:cNvPr>
          <p:cNvSpPr>
            <a:spLocks noGrp="1"/>
          </p:cNvSpPr>
          <p:nvPr/>
        </p:nvSpPr>
        <p:spPr>
          <a:xfrm>
            <a:off x="6153150" y="3810000"/>
            <a:ext cx="2333625" cy="1476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 algn="l">
              <a:defRPr sz="1725" b="0">
                <a:solidFill>
                  <a:srgbClr val="B6B6B3"/>
                </a:solidFill>
              </a:defRPr>
            </a:defPPr>
            <a:lvl1pPr algn="l">
              <a:defRPr sz="1725" b="0">
                <a:solidFill>
                  <a:srgbClr val="B6B6B3"/>
                </a:solidFill>
              </a:defRPr>
            </a:lvl1pPr>
            <a:lvl2pPr algn="l">
              <a:defRPr sz="1725" b="0">
                <a:solidFill>
                  <a:srgbClr val="B6B6B3"/>
                </a:solidFill>
              </a:defRPr>
            </a:lvl2pPr>
            <a:lvl3pPr algn="l">
              <a:defRPr sz="1725" b="0">
                <a:solidFill>
                  <a:srgbClr val="B6B6B3"/>
                </a:solidFill>
              </a:defRPr>
            </a:lvl3pPr>
            <a:lvl4pPr algn="l">
              <a:defRPr sz="1725" b="0">
                <a:solidFill>
                  <a:srgbClr val="B6B6B3"/>
                </a:solidFill>
              </a:defRPr>
            </a:lvl4pPr>
            <a:lvl5pPr algn="l">
              <a:defRPr sz="1725" b="0">
                <a:solidFill>
                  <a:srgbClr val="B6B6B3"/>
                </a:solidFill>
              </a:defRPr>
            </a:lvl5pPr>
            <a:lvl6pPr algn="l">
              <a:defRPr sz="1725" b="0">
                <a:solidFill>
                  <a:srgbClr val="B6B6B3"/>
                </a:solidFill>
              </a:defRPr>
            </a:lvl6pPr>
            <a:lvl7pPr algn="l">
              <a:defRPr sz="1725" b="0">
                <a:solidFill>
                  <a:srgbClr val="B6B6B3"/>
                </a:solidFill>
              </a:defRPr>
            </a:lvl7pPr>
            <a:lvl8pPr algn="l">
              <a:defRPr sz="1725" b="0">
                <a:solidFill>
                  <a:srgbClr val="B6B6B3"/>
                </a:solidFill>
              </a:defRPr>
            </a:lvl8pPr>
            <a:lvl9pPr algn="l">
              <a:defRPr sz="1725" b="0">
                <a:solidFill>
                  <a:srgbClr val="B6B6B3"/>
                </a:solidFill>
              </a:defRPr>
            </a:lvl9pPr>
          </a:lstStyle>
          <a:p>
            <a:pPr algn="l">
              <a:defRPr sz="1725" b="0">
                <a:solidFill>
                  <a:srgbClr val="B6B6B3"/>
                </a:solidFill>
              </a:defRPr>
            </a:pPr>
            <a:r>
              <a:rPr sz="1725" b="0">
                <a:solidFill>
                  <a:srgbClr val="B6B6B3"/>
                </a:solidFill>
              </a:rPr>
              <a:t>Adaptive packet-rate and TCP SYN signals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9A9ABCE-405A-47BB-9EBB-60113959AD7A}"/>
              </a:ext>
            </a:extLst>
          </p:cNvPr>
          <p:cNvSpPr>
            <a:spLocks noGrp="1"/>
          </p:cNvSpPr>
          <p:nvPr/>
        </p:nvSpPr>
        <p:spPr>
          <a:xfrm>
            <a:off x="8877300" y="2076450"/>
            <a:ext cx="2238375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 algn="l">
              <a:defRPr sz="3450" b="1">
                <a:solidFill>
                  <a:srgbClr val="DE5A1D"/>
                </a:solidFill>
              </a:defRPr>
            </a:defPPr>
            <a:lvl1pPr algn="l">
              <a:defRPr sz="3450" b="1">
                <a:solidFill>
                  <a:srgbClr val="DE5A1D"/>
                </a:solidFill>
              </a:defRPr>
            </a:lvl1pPr>
            <a:lvl2pPr algn="l">
              <a:defRPr sz="3450" b="1">
                <a:solidFill>
                  <a:srgbClr val="DE5A1D"/>
                </a:solidFill>
              </a:defRPr>
            </a:lvl2pPr>
            <a:lvl3pPr algn="l">
              <a:defRPr sz="3450" b="1">
                <a:solidFill>
                  <a:srgbClr val="DE5A1D"/>
                </a:solidFill>
              </a:defRPr>
            </a:lvl3pPr>
            <a:lvl4pPr algn="l">
              <a:defRPr sz="3450" b="1">
                <a:solidFill>
                  <a:srgbClr val="DE5A1D"/>
                </a:solidFill>
              </a:defRPr>
            </a:lvl4pPr>
            <a:lvl5pPr algn="l">
              <a:defRPr sz="3450" b="1">
                <a:solidFill>
                  <a:srgbClr val="DE5A1D"/>
                </a:solidFill>
              </a:defRPr>
            </a:lvl5pPr>
            <a:lvl6pPr algn="l">
              <a:defRPr sz="3450" b="1">
                <a:solidFill>
                  <a:srgbClr val="DE5A1D"/>
                </a:solidFill>
              </a:defRPr>
            </a:lvl6pPr>
            <a:lvl7pPr algn="l">
              <a:defRPr sz="3450" b="1">
                <a:solidFill>
                  <a:srgbClr val="DE5A1D"/>
                </a:solidFill>
              </a:defRPr>
            </a:lvl7pPr>
            <a:lvl8pPr algn="l">
              <a:defRPr sz="3450" b="1">
                <a:solidFill>
                  <a:srgbClr val="DE5A1D"/>
                </a:solidFill>
              </a:defRPr>
            </a:lvl8pPr>
            <a:lvl9pPr algn="l">
              <a:defRPr sz="3450" b="1">
                <a:solidFill>
                  <a:srgbClr val="DE5A1D"/>
                </a:solidFill>
              </a:defRPr>
            </a:lvl9pPr>
          </a:lstStyle>
          <a:p>
            <a:pPr algn="l">
              <a:defRPr sz="3450" b="1">
                <a:solidFill>
                  <a:srgbClr val="DE5A1D"/>
                </a:solidFill>
              </a:defRPr>
            </a:pPr>
            <a:r>
              <a:rPr sz="3450" b="1">
                <a:solidFill>
                  <a:srgbClr val="DE5A1D"/>
                </a:solidFill>
              </a:rPr>
              <a:t>04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05EC316-7788-4243-986B-F4C6C3C0CEBB}"/>
              </a:ext>
            </a:extLst>
          </p:cNvPr>
          <p:cNvSpPr>
            <a:spLocks noGrp="1"/>
          </p:cNvSpPr>
          <p:nvPr/>
        </p:nvSpPr>
        <p:spPr>
          <a:xfrm>
            <a:off x="8877300" y="3133725"/>
            <a:ext cx="2381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 algn="l">
              <a:defRPr sz="2175" b="1">
                <a:solidFill>
                  <a:srgbClr val="F7F7F5"/>
                </a:solidFill>
              </a:defRPr>
            </a:defPPr>
            <a:lvl1pPr algn="l">
              <a:defRPr sz="2175" b="1">
                <a:solidFill>
                  <a:srgbClr val="F7F7F5"/>
                </a:solidFill>
              </a:defRPr>
            </a:lvl1pPr>
            <a:lvl2pPr algn="l">
              <a:defRPr sz="2175" b="1">
                <a:solidFill>
                  <a:srgbClr val="F7F7F5"/>
                </a:solidFill>
              </a:defRPr>
            </a:lvl2pPr>
            <a:lvl3pPr algn="l">
              <a:defRPr sz="2175" b="1">
                <a:solidFill>
                  <a:srgbClr val="F7F7F5"/>
                </a:solidFill>
              </a:defRPr>
            </a:lvl3pPr>
            <a:lvl4pPr algn="l">
              <a:defRPr sz="2175" b="1">
                <a:solidFill>
                  <a:srgbClr val="F7F7F5"/>
                </a:solidFill>
              </a:defRPr>
            </a:lvl4pPr>
            <a:lvl5pPr algn="l">
              <a:defRPr sz="2175" b="1">
                <a:solidFill>
                  <a:srgbClr val="F7F7F5"/>
                </a:solidFill>
              </a:defRPr>
            </a:lvl5pPr>
            <a:lvl6pPr algn="l">
              <a:defRPr sz="2175" b="1">
                <a:solidFill>
                  <a:srgbClr val="F7F7F5"/>
                </a:solidFill>
              </a:defRPr>
            </a:lvl6pPr>
            <a:lvl7pPr algn="l">
              <a:defRPr sz="2175" b="1">
                <a:solidFill>
                  <a:srgbClr val="F7F7F5"/>
                </a:solidFill>
              </a:defRPr>
            </a:lvl7pPr>
            <a:lvl8pPr algn="l">
              <a:defRPr sz="2175" b="1">
                <a:solidFill>
                  <a:srgbClr val="F7F7F5"/>
                </a:solidFill>
              </a:defRPr>
            </a:lvl8pPr>
            <a:lvl9pPr algn="l">
              <a:defRPr sz="2175" b="1">
                <a:solidFill>
                  <a:srgbClr val="F7F7F5"/>
                </a:solidFill>
              </a:defRPr>
            </a:lvl9pPr>
          </a:lstStyle>
          <a:p>
            <a:pPr algn="l">
              <a:defRPr sz="2175" b="1">
                <a:solidFill>
                  <a:srgbClr val="F7F7F5"/>
                </a:solidFill>
              </a:defRPr>
            </a:pPr>
            <a:r>
              <a:rPr sz="2175" b="1">
                <a:solidFill>
                  <a:srgbClr val="F7F7F5"/>
                </a:solidFill>
              </a:rPr>
              <a:t>Review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A76AA93-82FC-48BB-AA5C-85E6E7E332F8}"/>
              </a:ext>
            </a:extLst>
          </p:cNvPr>
          <p:cNvSpPr>
            <a:spLocks noGrp="1"/>
          </p:cNvSpPr>
          <p:nvPr/>
        </p:nvSpPr>
        <p:spPr>
          <a:xfrm>
            <a:off x="8877300" y="3810000"/>
            <a:ext cx="2333625" cy="1476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 algn="l">
              <a:defRPr sz="1725" b="0">
                <a:solidFill>
                  <a:srgbClr val="B6B6B3"/>
                </a:solidFill>
              </a:defRPr>
            </a:defPPr>
            <a:lvl1pPr algn="l">
              <a:defRPr sz="1725" b="0">
                <a:solidFill>
                  <a:srgbClr val="B6B6B3"/>
                </a:solidFill>
              </a:defRPr>
            </a:lvl1pPr>
            <a:lvl2pPr algn="l">
              <a:defRPr sz="1725" b="0">
                <a:solidFill>
                  <a:srgbClr val="B6B6B3"/>
                </a:solidFill>
              </a:defRPr>
            </a:lvl2pPr>
            <a:lvl3pPr algn="l">
              <a:defRPr sz="1725" b="0">
                <a:solidFill>
                  <a:srgbClr val="B6B6B3"/>
                </a:solidFill>
              </a:defRPr>
            </a:lvl3pPr>
            <a:lvl4pPr algn="l">
              <a:defRPr sz="1725" b="0">
                <a:solidFill>
                  <a:srgbClr val="B6B6B3"/>
                </a:solidFill>
              </a:defRPr>
            </a:lvl4pPr>
            <a:lvl5pPr algn="l">
              <a:defRPr sz="1725" b="0">
                <a:solidFill>
                  <a:srgbClr val="B6B6B3"/>
                </a:solidFill>
              </a:defRPr>
            </a:lvl5pPr>
            <a:lvl6pPr algn="l">
              <a:defRPr sz="1725" b="0">
                <a:solidFill>
                  <a:srgbClr val="B6B6B3"/>
                </a:solidFill>
              </a:defRPr>
            </a:lvl6pPr>
            <a:lvl7pPr algn="l">
              <a:defRPr sz="1725" b="0">
                <a:solidFill>
                  <a:srgbClr val="B6B6B3"/>
                </a:solidFill>
              </a:defRPr>
            </a:lvl7pPr>
            <a:lvl8pPr algn="l">
              <a:defRPr sz="1725" b="0">
                <a:solidFill>
                  <a:srgbClr val="B6B6B3"/>
                </a:solidFill>
              </a:defRPr>
            </a:lvl8pPr>
            <a:lvl9pPr algn="l">
              <a:defRPr sz="1725" b="0">
                <a:solidFill>
                  <a:srgbClr val="B6B6B3"/>
                </a:solidFill>
              </a:defRPr>
            </a:lvl9pPr>
          </a:lstStyle>
          <a:p>
            <a:pPr algn="l">
              <a:defRPr sz="1725" b="0">
                <a:solidFill>
                  <a:srgbClr val="B6B6B3"/>
                </a:solidFill>
              </a:defRPr>
            </a:pPr>
            <a:r>
              <a:rPr sz="1725" b="0">
                <a:solidFill>
                  <a:srgbClr val="B6B6B3"/>
                </a:solidFill>
              </a:rPr>
              <a:t>Charts, reasons and SQLite aggregate alerts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A98935E-7BF1-47FB-881F-F3F40374DAF2}"/>
              </a:ext>
            </a:extLst>
          </p:cNvPr>
          <p:cNvSpPr>
            <a:spLocks noGrp="1"/>
          </p:cNvSpPr>
          <p:nvPr/>
        </p:nvSpPr>
        <p:spPr>
          <a:xfrm>
            <a:off x="704850" y="5876925"/>
            <a:ext cx="10096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 algn="l">
              <a:defRPr sz="1650" b="1">
                <a:solidFill>
                  <a:srgbClr val="F7F7F5"/>
                </a:solidFill>
              </a:defRPr>
            </a:defPPr>
            <a:lvl1pPr algn="l">
              <a:defRPr sz="1650" b="1">
                <a:solidFill>
                  <a:srgbClr val="F7F7F5"/>
                </a:solidFill>
              </a:defRPr>
            </a:lvl1pPr>
            <a:lvl2pPr algn="l">
              <a:defRPr sz="1650" b="1">
                <a:solidFill>
                  <a:srgbClr val="F7F7F5"/>
                </a:solidFill>
              </a:defRPr>
            </a:lvl2pPr>
            <a:lvl3pPr algn="l">
              <a:defRPr sz="1650" b="1">
                <a:solidFill>
                  <a:srgbClr val="F7F7F5"/>
                </a:solidFill>
              </a:defRPr>
            </a:lvl3pPr>
            <a:lvl4pPr algn="l">
              <a:defRPr sz="1650" b="1">
                <a:solidFill>
                  <a:srgbClr val="F7F7F5"/>
                </a:solidFill>
              </a:defRPr>
            </a:lvl4pPr>
            <a:lvl5pPr algn="l">
              <a:defRPr sz="1650" b="1">
                <a:solidFill>
                  <a:srgbClr val="F7F7F5"/>
                </a:solidFill>
              </a:defRPr>
            </a:lvl5pPr>
            <a:lvl6pPr algn="l">
              <a:defRPr sz="1650" b="1">
                <a:solidFill>
                  <a:srgbClr val="F7F7F5"/>
                </a:solidFill>
              </a:defRPr>
            </a:lvl6pPr>
            <a:lvl7pPr algn="l">
              <a:defRPr sz="1650" b="1">
                <a:solidFill>
                  <a:srgbClr val="F7F7F5"/>
                </a:solidFill>
              </a:defRPr>
            </a:lvl7pPr>
            <a:lvl8pPr algn="l">
              <a:defRPr sz="1650" b="1">
                <a:solidFill>
                  <a:srgbClr val="F7F7F5"/>
                </a:solidFill>
              </a:defRPr>
            </a:lvl8pPr>
            <a:lvl9pPr algn="l">
              <a:defRPr sz="1650" b="1">
                <a:solidFill>
                  <a:srgbClr val="F7F7F5"/>
                </a:solidFill>
              </a:defRPr>
            </a:lvl9pPr>
          </a:lstStyle>
          <a:p>
            <a:pPr algn="l">
              <a:defRPr sz="1650" b="1">
                <a:solidFill>
                  <a:srgbClr val="F7F7F5"/>
                </a:solidFill>
              </a:defRPr>
            </a:pPr>
            <a:r>
              <a:rPr sz="1650" b="1">
                <a:solidFill>
                  <a:srgbClr val="F7F7F5"/>
                </a:solidFill>
              </a:rPr>
              <a:t>Temporary blocks are simulated; no firewall rule changes.</a:t>
            </a:r>
          </a:p>
        </p:txBody>
      </p:sp>
    </p:spTree>
    <p:extLst>
      <p:ext uri="{BB962C8B-B14F-4D97-AF65-F5344CB8AC3E}">
        <p14:creationId xmlns:p14="http://schemas.microsoft.com/office/powerpoint/2010/main" val="21431843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A56AF20F-4CB7-49CD-84EC-BF6D6DD48BEB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7429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 algn="l">
              <a:defRPr sz="1125" b="1">
                <a:solidFill>
                  <a:srgbClr val="DE5A1D"/>
                </a:solidFill>
              </a:defRPr>
            </a:defPPr>
            <a:lvl1pPr algn="l">
              <a:defRPr sz="1125" b="1">
                <a:solidFill>
                  <a:srgbClr val="DE5A1D"/>
                </a:solidFill>
              </a:defRPr>
            </a:lvl1pPr>
            <a:lvl2pPr algn="l">
              <a:defRPr sz="1125" b="1">
                <a:solidFill>
                  <a:srgbClr val="DE5A1D"/>
                </a:solidFill>
              </a:defRPr>
            </a:lvl2pPr>
            <a:lvl3pPr algn="l">
              <a:defRPr sz="1125" b="1">
                <a:solidFill>
                  <a:srgbClr val="DE5A1D"/>
                </a:solidFill>
              </a:defRPr>
            </a:lvl3pPr>
            <a:lvl4pPr algn="l">
              <a:defRPr sz="1125" b="1">
                <a:solidFill>
                  <a:srgbClr val="DE5A1D"/>
                </a:solidFill>
              </a:defRPr>
            </a:lvl4pPr>
            <a:lvl5pPr algn="l">
              <a:defRPr sz="1125" b="1">
                <a:solidFill>
                  <a:srgbClr val="DE5A1D"/>
                </a:solidFill>
              </a:defRPr>
            </a:lvl5pPr>
            <a:lvl6pPr algn="l">
              <a:defRPr sz="1125" b="1">
                <a:solidFill>
                  <a:srgbClr val="DE5A1D"/>
                </a:solidFill>
              </a:defRPr>
            </a:lvl6pPr>
            <a:lvl7pPr algn="l">
              <a:defRPr sz="1125" b="1">
                <a:solidFill>
                  <a:srgbClr val="DE5A1D"/>
                </a:solidFill>
              </a:defRPr>
            </a:lvl7pPr>
            <a:lvl8pPr algn="l">
              <a:defRPr sz="1125" b="1">
                <a:solidFill>
                  <a:srgbClr val="DE5A1D"/>
                </a:solidFill>
              </a:defRPr>
            </a:lvl8pPr>
            <a:lvl9pPr algn="l">
              <a:defRPr sz="1125" b="1">
                <a:solidFill>
                  <a:srgbClr val="DE5A1D"/>
                </a:solidFill>
              </a:defRPr>
            </a:lvl9pPr>
          </a:lstStyle>
          <a:p>
            <a:pPr algn="l">
              <a:defRPr sz="1125" b="1">
                <a:solidFill>
                  <a:srgbClr val="DE5A1D"/>
                </a:solidFill>
              </a:defRPr>
            </a:pPr>
            <a:r>
              <a:rPr sz="1125" b="1">
                <a:solidFill>
                  <a:srgbClr val="DE5A1D"/>
                </a:solidFill>
              </a:rPr>
              <a:t>FEATURE EXTRACTION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EA1CAB2-B754-4FB2-B607-10786B2B8D56}"/>
              </a:ext>
            </a:extLst>
          </p:cNvPr>
          <p:cNvSpPr>
            <a:spLocks noGrp="1"/>
          </p:cNvSpPr>
          <p:nvPr/>
        </p:nvSpPr>
        <p:spPr>
          <a:xfrm>
            <a:off x="666750" y="819150"/>
            <a:ext cx="10810875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 algn="l">
              <a:defRPr sz="3000" b="1">
                <a:solidFill>
                  <a:srgbClr val="F7F7F5"/>
                </a:solidFill>
              </a:defRPr>
            </a:defPPr>
            <a:lvl1pPr algn="l">
              <a:defRPr sz="3000" b="1">
                <a:solidFill>
                  <a:srgbClr val="F7F7F5"/>
                </a:solidFill>
              </a:defRPr>
            </a:lvl1pPr>
            <a:lvl2pPr algn="l">
              <a:defRPr sz="3000" b="1">
                <a:solidFill>
                  <a:srgbClr val="F7F7F5"/>
                </a:solidFill>
              </a:defRPr>
            </a:lvl2pPr>
            <a:lvl3pPr algn="l">
              <a:defRPr sz="3000" b="1">
                <a:solidFill>
                  <a:srgbClr val="F7F7F5"/>
                </a:solidFill>
              </a:defRPr>
            </a:lvl3pPr>
            <a:lvl4pPr algn="l">
              <a:defRPr sz="3000" b="1">
                <a:solidFill>
                  <a:srgbClr val="F7F7F5"/>
                </a:solidFill>
              </a:defRPr>
            </a:lvl4pPr>
            <a:lvl5pPr algn="l">
              <a:defRPr sz="3000" b="1">
                <a:solidFill>
                  <a:srgbClr val="F7F7F5"/>
                </a:solidFill>
              </a:defRPr>
            </a:lvl5pPr>
            <a:lvl6pPr algn="l">
              <a:defRPr sz="3000" b="1">
                <a:solidFill>
                  <a:srgbClr val="F7F7F5"/>
                </a:solidFill>
              </a:defRPr>
            </a:lvl6pPr>
            <a:lvl7pPr algn="l">
              <a:defRPr sz="3000" b="1">
                <a:solidFill>
                  <a:srgbClr val="F7F7F5"/>
                </a:solidFill>
              </a:defRPr>
            </a:lvl7pPr>
            <a:lvl8pPr algn="l">
              <a:defRPr sz="3000" b="1">
                <a:solidFill>
                  <a:srgbClr val="F7F7F5"/>
                </a:solidFill>
              </a:defRPr>
            </a:lvl8pPr>
            <a:lvl9pPr algn="l">
              <a:defRPr sz="3000" b="1">
                <a:solidFill>
                  <a:srgbClr val="F7F7F5"/>
                </a:solidFill>
              </a:defRPr>
            </a:lvl9pPr>
          </a:lstStyle>
          <a:p>
            <a:pPr algn="l">
              <a:defRPr sz="3000" b="1">
                <a:solidFill>
                  <a:srgbClr val="F7F7F5"/>
                </a:solidFill>
              </a:defRPr>
            </a:pPr>
            <a:r>
              <a:rPr sz="3000" b="1">
                <a:solidFill>
                  <a:srgbClr val="F7F7F5"/>
                </a:solidFill>
              </a:rPr>
              <a:t>What a five-second window contains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A840954-267C-45F4-A88F-21A9371B30EF}"/>
              </a:ext>
            </a:extLst>
          </p:cNvPr>
          <p:cNvSpPr>
            <a:spLocks noGrp="1"/>
          </p:cNvSpPr>
          <p:nvPr/>
        </p:nvSpPr>
        <p:spPr>
          <a:xfrm>
            <a:off x="11125200" y="428625"/>
            <a:ext cx="419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 algn="r">
              <a:defRPr sz="1050" b="0">
                <a:solidFill>
                  <a:srgbClr val="777774"/>
                </a:solidFill>
              </a:defRPr>
            </a:defPPr>
            <a:lvl1pPr algn="r">
              <a:defRPr sz="1050" b="0">
                <a:solidFill>
                  <a:srgbClr val="777774"/>
                </a:solidFill>
              </a:defRPr>
            </a:lvl1pPr>
            <a:lvl2pPr algn="r">
              <a:defRPr sz="1050" b="0">
                <a:solidFill>
                  <a:srgbClr val="777774"/>
                </a:solidFill>
              </a:defRPr>
            </a:lvl2pPr>
            <a:lvl3pPr algn="r">
              <a:defRPr sz="1050" b="0">
                <a:solidFill>
                  <a:srgbClr val="777774"/>
                </a:solidFill>
              </a:defRPr>
            </a:lvl3pPr>
            <a:lvl4pPr algn="r">
              <a:defRPr sz="1050" b="0">
                <a:solidFill>
                  <a:srgbClr val="777774"/>
                </a:solidFill>
              </a:defRPr>
            </a:lvl4pPr>
            <a:lvl5pPr algn="r">
              <a:defRPr sz="1050" b="0">
                <a:solidFill>
                  <a:srgbClr val="777774"/>
                </a:solidFill>
              </a:defRPr>
            </a:lvl5pPr>
            <a:lvl6pPr algn="r">
              <a:defRPr sz="1050" b="0">
                <a:solidFill>
                  <a:srgbClr val="777774"/>
                </a:solidFill>
              </a:defRPr>
            </a:lvl6pPr>
            <a:lvl7pPr algn="r">
              <a:defRPr sz="1050" b="0">
                <a:solidFill>
                  <a:srgbClr val="777774"/>
                </a:solidFill>
              </a:defRPr>
            </a:lvl7pPr>
            <a:lvl8pPr algn="r">
              <a:defRPr sz="1050" b="0">
                <a:solidFill>
                  <a:srgbClr val="777774"/>
                </a:solidFill>
              </a:defRPr>
            </a:lvl8pPr>
            <a:lvl9pPr algn="r">
              <a:defRPr sz="1050" b="0">
                <a:solidFill>
                  <a:srgbClr val="777774"/>
                </a:solidFill>
              </a:defRPr>
            </a:lvl9pPr>
          </a:lstStyle>
          <a:p>
            <a:pPr algn="r">
              <a:defRPr sz="1050" b="0">
                <a:solidFill>
                  <a:srgbClr val="777774"/>
                </a:solidFill>
              </a:defRPr>
            </a:pPr>
            <a:r>
              <a:rPr sz="1050" b="0">
                <a:solidFill>
                  <a:srgbClr val="777774"/>
                </a:solidFill>
              </a:rPr>
              <a:t>04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3827A88-9AFE-4B51-A837-0B2F1C1A2F68}"/>
              </a:ext>
            </a:extLst>
          </p:cNvPr>
          <p:cNvSpPr>
            <a:spLocks noGrp="1"/>
          </p:cNvSpPr>
          <p:nvPr/>
        </p:nvSpPr>
        <p:spPr>
          <a:xfrm>
            <a:off x="704850" y="1857375"/>
            <a:ext cx="101917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 algn="l">
              <a:defRPr sz="2250" b="0">
                <a:solidFill>
                  <a:srgbClr val="F7F7F5"/>
                </a:solidFill>
              </a:defRPr>
            </a:defPPr>
            <a:lvl1pPr algn="l">
              <a:defRPr sz="2250" b="0">
                <a:solidFill>
                  <a:srgbClr val="F7F7F5"/>
                </a:solidFill>
              </a:defRPr>
            </a:lvl1pPr>
            <a:lvl2pPr algn="l">
              <a:defRPr sz="2250" b="0">
                <a:solidFill>
                  <a:srgbClr val="F7F7F5"/>
                </a:solidFill>
              </a:defRPr>
            </a:lvl2pPr>
            <a:lvl3pPr algn="l">
              <a:defRPr sz="2250" b="0">
                <a:solidFill>
                  <a:srgbClr val="F7F7F5"/>
                </a:solidFill>
              </a:defRPr>
            </a:lvl3pPr>
            <a:lvl4pPr algn="l">
              <a:defRPr sz="2250" b="0">
                <a:solidFill>
                  <a:srgbClr val="F7F7F5"/>
                </a:solidFill>
              </a:defRPr>
            </a:lvl4pPr>
            <a:lvl5pPr algn="l">
              <a:defRPr sz="2250" b="0">
                <a:solidFill>
                  <a:srgbClr val="F7F7F5"/>
                </a:solidFill>
              </a:defRPr>
            </a:lvl5pPr>
            <a:lvl6pPr algn="l">
              <a:defRPr sz="2250" b="0">
                <a:solidFill>
                  <a:srgbClr val="F7F7F5"/>
                </a:solidFill>
              </a:defRPr>
            </a:lvl6pPr>
            <a:lvl7pPr algn="l">
              <a:defRPr sz="2250" b="0">
                <a:solidFill>
                  <a:srgbClr val="F7F7F5"/>
                </a:solidFill>
              </a:defRPr>
            </a:lvl7pPr>
            <a:lvl8pPr algn="l">
              <a:defRPr sz="2250" b="0">
                <a:solidFill>
                  <a:srgbClr val="F7F7F5"/>
                </a:solidFill>
              </a:defRPr>
            </a:lvl8pPr>
            <a:lvl9pPr algn="l">
              <a:defRPr sz="2250" b="0">
                <a:solidFill>
                  <a:srgbClr val="F7F7F5"/>
                </a:solidFill>
              </a:defRPr>
            </a:lvl9pPr>
          </a:lstStyle>
          <a:p>
            <a:pPr algn="l">
              <a:defRPr sz="2250" b="0">
                <a:solidFill>
                  <a:srgbClr val="F7F7F5"/>
                </a:solidFill>
              </a:defRPr>
            </a:pPr>
            <a:r>
              <a:rPr sz="2250" b="0">
                <a:solidFill>
                  <a:srgbClr val="F7F7F5"/>
                </a:solidFill>
              </a:rPr>
              <a:t>21 numeric features summarize each window without using packet payloads.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11D4247-C8E6-4F0F-9EE5-9497A846B540}"/>
              </a:ext>
            </a:extLst>
          </p:cNvPr>
          <p:cNvSpPr>
            <a:spLocks noGrp="1"/>
          </p:cNvSpPr>
          <p:nvPr/>
        </p:nvSpPr>
        <p:spPr>
          <a:xfrm>
            <a:off x="685800" y="2914650"/>
            <a:ext cx="5905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 algn="l">
              <a:defRPr sz="1875" b="1">
                <a:solidFill>
                  <a:srgbClr val="DE5A1D"/>
                </a:solidFill>
              </a:defRPr>
            </a:defPPr>
            <a:lvl1pPr algn="l">
              <a:defRPr sz="1875" b="1">
                <a:solidFill>
                  <a:srgbClr val="DE5A1D"/>
                </a:solidFill>
              </a:defRPr>
            </a:lvl1pPr>
            <a:lvl2pPr algn="l">
              <a:defRPr sz="1875" b="1">
                <a:solidFill>
                  <a:srgbClr val="DE5A1D"/>
                </a:solidFill>
              </a:defRPr>
            </a:lvl2pPr>
            <a:lvl3pPr algn="l">
              <a:defRPr sz="1875" b="1">
                <a:solidFill>
                  <a:srgbClr val="DE5A1D"/>
                </a:solidFill>
              </a:defRPr>
            </a:lvl3pPr>
            <a:lvl4pPr algn="l">
              <a:defRPr sz="1875" b="1">
                <a:solidFill>
                  <a:srgbClr val="DE5A1D"/>
                </a:solidFill>
              </a:defRPr>
            </a:lvl4pPr>
            <a:lvl5pPr algn="l">
              <a:defRPr sz="1875" b="1">
                <a:solidFill>
                  <a:srgbClr val="DE5A1D"/>
                </a:solidFill>
              </a:defRPr>
            </a:lvl5pPr>
            <a:lvl6pPr algn="l">
              <a:defRPr sz="1875" b="1">
                <a:solidFill>
                  <a:srgbClr val="DE5A1D"/>
                </a:solidFill>
              </a:defRPr>
            </a:lvl6pPr>
            <a:lvl7pPr algn="l">
              <a:defRPr sz="1875" b="1">
                <a:solidFill>
                  <a:srgbClr val="DE5A1D"/>
                </a:solidFill>
              </a:defRPr>
            </a:lvl7pPr>
            <a:lvl8pPr algn="l">
              <a:defRPr sz="1875" b="1">
                <a:solidFill>
                  <a:srgbClr val="DE5A1D"/>
                </a:solidFill>
              </a:defRPr>
            </a:lvl8pPr>
            <a:lvl9pPr algn="l">
              <a:defRPr sz="1875" b="1">
                <a:solidFill>
                  <a:srgbClr val="DE5A1D"/>
                </a:solidFill>
              </a:defRPr>
            </a:lvl9pPr>
          </a:lstStyle>
          <a:p>
            <a:pPr algn="l">
              <a:defRPr sz="1875" b="1">
                <a:solidFill>
                  <a:srgbClr val="DE5A1D"/>
                </a:solidFill>
              </a:defRPr>
            </a:pPr>
            <a:r>
              <a:rPr sz="1875" b="1">
                <a:solidFill>
                  <a:srgbClr val="DE5A1D"/>
                </a:solidFill>
              </a:rPr>
              <a:t>01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E40177A-AA56-4ACC-9D2A-85EC230EC843}"/>
              </a:ext>
            </a:extLst>
          </p:cNvPr>
          <p:cNvSpPr>
            <a:spLocks noGrp="1"/>
          </p:cNvSpPr>
          <p:nvPr/>
        </p:nvSpPr>
        <p:spPr>
          <a:xfrm>
            <a:off x="1400175" y="2914650"/>
            <a:ext cx="2857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 algn="l">
              <a:defRPr sz="1950" b="1">
                <a:solidFill>
                  <a:srgbClr val="F7F7F5"/>
                </a:solidFill>
              </a:defRPr>
            </a:defPPr>
            <a:lvl1pPr algn="l">
              <a:defRPr sz="1950" b="1">
                <a:solidFill>
                  <a:srgbClr val="F7F7F5"/>
                </a:solidFill>
              </a:defRPr>
            </a:lvl1pPr>
            <a:lvl2pPr algn="l">
              <a:defRPr sz="1950" b="1">
                <a:solidFill>
                  <a:srgbClr val="F7F7F5"/>
                </a:solidFill>
              </a:defRPr>
            </a:lvl2pPr>
            <a:lvl3pPr algn="l">
              <a:defRPr sz="1950" b="1">
                <a:solidFill>
                  <a:srgbClr val="F7F7F5"/>
                </a:solidFill>
              </a:defRPr>
            </a:lvl3pPr>
            <a:lvl4pPr algn="l">
              <a:defRPr sz="1950" b="1">
                <a:solidFill>
                  <a:srgbClr val="F7F7F5"/>
                </a:solidFill>
              </a:defRPr>
            </a:lvl4pPr>
            <a:lvl5pPr algn="l">
              <a:defRPr sz="1950" b="1">
                <a:solidFill>
                  <a:srgbClr val="F7F7F5"/>
                </a:solidFill>
              </a:defRPr>
            </a:lvl5pPr>
            <a:lvl6pPr algn="l">
              <a:defRPr sz="1950" b="1">
                <a:solidFill>
                  <a:srgbClr val="F7F7F5"/>
                </a:solidFill>
              </a:defRPr>
            </a:lvl6pPr>
            <a:lvl7pPr algn="l">
              <a:defRPr sz="1950" b="1">
                <a:solidFill>
                  <a:srgbClr val="F7F7F5"/>
                </a:solidFill>
              </a:defRPr>
            </a:lvl7pPr>
            <a:lvl8pPr algn="l">
              <a:defRPr sz="1950" b="1">
                <a:solidFill>
                  <a:srgbClr val="F7F7F5"/>
                </a:solidFill>
              </a:defRPr>
            </a:lvl8pPr>
            <a:lvl9pPr algn="l">
              <a:defRPr sz="1950" b="1">
                <a:solidFill>
                  <a:srgbClr val="F7F7F5"/>
                </a:solidFill>
              </a:defRPr>
            </a:lvl9pPr>
          </a:lstStyle>
          <a:p>
            <a:pPr algn="l">
              <a:defRPr sz="1950" b="1">
                <a:solidFill>
                  <a:srgbClr val="F7F7F5"/>
                </a:solidFill>
              </a:defRPr>
            </a:pPr>
            <a:r>
              <a:rPr sz="1950" b="1">
                <a:solidFill>
                  <a:srgbClr val="F7F7F5"/>
                </a:solidFill>
              </a:rPr>
              <a:t>Traffic volume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70D39E6-112A-442C-A79C-36382733CB38}"/>
              </a:ext>
            </a:extLst>
          </p:cNvPr>
          <p:cNvSpPr>
            <a:spLocks noGrp="1"/>
          </p:cNvSpPr>
          <p:nvPr/>
        </p:nvSpPr>
        <p:spPr>
          <a:xfrm>
            <a:off x="4429125" y="2933700"/>
            <a:ext cx="6810375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 algn="l">
              <a:defRPr sz="1650" b="0">
                <a:solidFill>
                  <a:srgbClr val="B6B6B3"/>
                </a:solidFill>
              </a:defRPr>
            </a:defPPr>
            <a:lvl1pPr algn="l">
              <a:defRPr sz="1650" b="0">
                <a:solidFill>
                  <a:srgbClr val="B6B6B3"/>
                </a:solidFill>
              </a:defRPr>
            </a:lvl1pPr>
            <a:lvl2pPr algn="l">
              <a:defRPr sz="1650" b="0">
                <a:solidFill>
                  <a:srgbClr val="B6B6B3"/>
                </a:solidFill>
              </a:defRPr>
            </a:lvl2pPr>
            <a:lvl3pPr algn="l">
              <a:defRPr sz="1650" b="0">
                <a:solidFill>
                  <a:srgbClr val="B6B6B3"/>
                </a:solidFill>
              </a:defRPr>
            </a:lvl3pPr>
            <a:lvl4pPr algn="l">
              <a:defRPr sz="1650" b="0">
                <a:solidFill>
                  <a:srgbClr val="B6B6B3"/>
                </a:solidFill>
              </a:defRPr>
            </a:lvl4pPr>
            <a:lvl5pPr algn="l">
              <a:defRPr sz="1650" b="0">
                <a:solidFill>
                  <a:srgbClr val="B6B6B3"/>
                </a:solidFill>
              </a:defRPr>
            </a:lvl5pPr>
            <a:lvl6pPr algn="l">
              <a:defRPr sz="1650" b="0">
                <a:solidFill>
                  <a:srgbClr val="B6B6B3"/>
                </a:solidFill>
              </a:defRPr>
            </a:lvl6pPr>
            <a:lvl7pPr algn="l">
              <a:defRPr sz="1650" b="0">
                <a:solidFill>
                  <a:srgbClr val="B6B6B3"/>
                </a:solidFill>
              </a:defRPr>
            </a:lvl7pPr>
            <a:lvl8pPr algn="l">
              <a:defRPr sz="1650" b="0">
                <a:solidFill>
                  <a:srgbClr val="B6B6B3"/>
                </a:solidFill>
              </a:defRPr>
            </a:lvl8pPr>
            <a:lvl9pPr algn="l">
              <a:defRPr sz="1650" b="0">
                <a:solidFill>
                  <a:srgbClr val="B6B6B3"/>
                </a:solidFill>
              </a:defRPr>
            </a:lvl9pPr>
          </a:lstStyle>
          <a:p>
            <a:pPr algn="l">
              <a:defRPr sz="1650" b="0">
                <a:solidFill>
                  <a:srgbClr val="B6B6B3"/>
                </a:solidFill>
              </a:defRPr>
            </a:pPr>
            <a:r>
              <a:rPr sz="1650" b="0">
                <a:solidFill>
                  <a:srgbClr val="B6B6B3"/>
                </a:solidFill>
              </a:rPr>
              <a:t>Packet count, total bytes, packet rate and byte rate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382A9B7-EAA1-471A-969D-F39B8391029E}"/>
              </a:ext>
            </a:extLst>
          </p:cNvPr>
          <p:cNvSpPr>
            <a:spLocks noGrp="1"/>
          </p:cNvSpPr>
          <p:nvPr/>
        </p:nvSpPr>
        <p:spPr>
          <a:xfrm>
            <a:off x="685800" y="3905250"/>
            <a:ext cx="5905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 algn="l">
              <a:defRPr sz="1875" b="1">
                <a:solidFill>
                  <a:srgbClr val="DE5A1D"/>
                </a:solidFill>
              </a:defRPr>
            </a:defPPr>
            <a:lvl1pPr algn="l">
              <a:defRPr sz="1875" b="1">
                <a:solidFill>
                  <a:srgbClr val="DE5A1D"/>
                </a:solidFill>
              </a:defRPr>
            </a:lvl1pPr>
            <a:lvl2pPr algn="l">
              <a:defRPr sz="1875" b="1">
                <a:solidFill>
                  <a:srgbClr val="DE5A1D"/>
                </a:solidFill>
              </a:defRPr>
            </a:lvl2pPr>
            <a:lvl3pPr algn="l">
              <a:defRPr sz="1875" b="1">
                <a:solidFill>
                  <a:srgbClr val="DE5A1D"/>
                </a:solidFill>
              </a:defRPr>
            </a:lvl3pPr>
            <a:lvl4pPr algn="l">
              <a:defRPr sz="1875" b="1">
                <a:solidFill>
                  <a:srgbClr val="DE5A1D"/>
                </a:solidFill>
              </a:defRPr>
            </a:lvl4pPr>
            <a:lvl5pPr algn="l">
              <a:defRPr sz="1875" b="1">
                <a:solidFill>
                  <a:srgbClr val="DE5A1D"/>
                </a:solidFill>
              </a:defRPr>
            </a:lvl5pPr>
            <a:lvl6pPr algn="l">
              <a:defRPr sz="1875" b="1">
                <a:solidFill>
                  <a:srgbClr val="DE5A1D"/>
                </a:solidFill>
              </a:defRPr>
            </a:lvl6pPr>
            <a:lvl7pPr algn="l">
              <a:defRPr sz="1875" b="1">
                <a:solidFill>
                  <a:srgbClr val="DE5A1D"/>
                </a:solidFill>
              </a:defRPr>
            </a:lvl7pPr>
            <a:lvl8pPr algn="l">
              <a:defRPr sz="1875" b="1">
                <a:solidFill>
                  <a:srgbClr val="DE5A1D"/>
                </a:solidFill>
              </a:defRPr>
            </a:lvl8pPr>
            <a:lvl9pPr algn="l">
              <a:defRPr sz="1875" b="1">
                <a:solidFill>
                  <a:srgbClr val="DE5A1D"/>
                </a:solidFill>
              </a:defRPr>
            </a:lvl9pPr>
          </a:lstStyle>
          <a:p>
            <a:pPr algn="l">
              <a:defRPr sz="1875" b="1">
                <a:solidFill>
                  <a:srgbClr val="DE5A1D"/>
                </a:solidFill>
              </a:defRPr>
            </a:pPr>
            <a:r>
              <a:rPr sz="1875" b="1">
                <a:solidFill>
                  <a:srgbClr val="DE5A1D"/>
                </a:solidFill>
              </a:rPr>
              <a:t>02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4A94C3A-2AB8-4A63-ABB8-320C963AED8B}"/>
              </a:ext>
            </a:extLst>
          </p:cNvPr>
          <p:cNvSpPr>
            <a:spLocks noGrp="1"/>
          </p:cNvSpPr>
          <p:nvPr/>
        </p:nvSpPr>
        <p:spPr>
          <a:xfrm>
            <a:off x="1400175" y="3905250"/>
            <a:ext cx="2857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 algn="l">
              <a:defRPr sz="1950" b="1">
                <a:solidFill>
                  <a:srgbClr val="F7F7F5"/>
                </a:solidFill>
              </a:defRPr>
            </a:defPPr>
            <a:lvl1pPr algn="l">
              <a:defRPr sz="1950" b="1">
                <a:solidFill>
                  <a:srgbClr val="F7F7F5"/>
                </a:solidFill>
              </a:defRPr>
            </a:lvl1pPr>
            <a:lvl2pPr algn="l">
              <a:defRPr sz="1950" b="1">
                <a:solidFill>
                  <a:srgbClr val="F7F7F5"/>
                </a:solidFill>
              </a:defRPr>
            </a:lvl2pPr>
            <a:lvl3pPr algn="l">
              <a:defRPr sz="1950" b="1">
                <a:solidFill>
                  <a:srgbClr val="F7F7F5"/>
                </a:solidFill>
              </a:defRPr>
            </a:lvl3pPr>
            <a:lvl4pPr algn="l">
              <a:defRPr sz="1950" b="1">
                <a:solidFill>
                  <a:srgbClr val="F7F7F5"/>
                </a:solidFill>
              </a:defRPr>
            </a:lvl4pPr>
            <a:lvl5pPr algn="l">
              <a:defRPr sz="1950" b="1">
                <a:solidFill>
                  <a:srgbClr val="F7F7F5"/>
                </a:solidFill>
              </a:defRPr>
            </a:lvl5pPr>
            <a:lvl6pPr algn="l">
              <a:defRPr sz="1950" b="1">
                <a:solidFill>
                  <a:srgbClr val="F7F7F5"/>
                </a:solidFill>
              </a:defRPr>
            </a:lvl6pPr>
            <a:lvl7pPr algn="l">
              <a:defRPr sz="1950" b="1">
                <a:solidFill>
                  <a:srgbClr val="F7F7F5"/>
                </a:solidFill>
              </a:defRPr>
            </a:lvl7pPr>
            <a:lvl8pPr algn="l">
              <a:defRPr sz="1950" b="1">
                <a:solidFill>
                  <a:srgbClr val="F7F7F5"/>
                </a:solidFill>
              </a:defRPr>
            </a:lvl8pPr>
            <a:lvl9pPr algn="l">
              <a:defRPr sz="1950" b="1">
                <a:solidFill>
                  <a:srgbClr val="F7F7F5"/>
                </a:solidFill>
              </a:defRPr>
            </a:lvl9pPr>
          </a:lstStyle>
          <a:p>
            <a:pPr algn="l">
              <a:defRPr sz="1950" b="1">
                <a:solidFill>
                  <a:srgbClr val="F7F7F5"/>
                </a:solidFill>
              </a:defRPr>
            </a:pPr>
            <a:r>
              <a:rPr sz="1950" b="1">
                <a:solidFill>
                  <a:srgbClr val="F7F7F5"/>
                </a:solidFill>
              </a:rPr>
              <a:t>TCP behavior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77BDF8F-FC97-431F-82E1-79EF4E26FE50}"/>
              </a:ext>
            </a:extLst>
          </p:cNvPr>
          <p:cNvSpPr>
            <a:spLocks noGrp="1"/>
          </p:cNvSpPr>
          <p:nvPr/>
        </p:nvSpPr>
        <p:spPr>
          <a:xfrm>
            <a:off x="4429125" y="3924300"/>
            <a:ext cx="6810375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 algn="l">
              <a:defRPr sz="1650" b="0">
                <a:solidFill>
                  <a:srgbClr val="B6B6B3"/>
                </a:solidFill>
              </a:defRPr>
            </a:defPPr>
            <a:lvl1pPr algn="l">
              <a:defRPr sz="1650" b="0">
                <a:solidFill>
                  <a:srgbClr val="B6B6B3"/>
                </a:solidFill>
              </a:defRPr>
            </a:lvl1pPr>
            <a:lvl2pPr algn="l">
              <a:defRPr sz="1650" b="0">
                <a:solidFill>
                  <a:srgbClr val="B6B6B3"/>
                </a:solidFill>
              </a:defRPr>
            </a:lvl2pPr>
            <a:lvl3pPr algn="l">
              <a:defRPr sz="1650" b="0">
                <a:solidFill>
                  <a:srgbClr val="B6B6B3"/>
                </a:solidFill>
              </a:defRPr>
            </a:lvl3pPr>
            <a:lvl4pPr algn="l">
              <a:defRPr sz="1650" b="0">
                <a:solidFill>
                  <a:srgbClr val="B6B6B3"/>
                </a:solidFill>
              </a:defRPr>
            </a:lvl4pPr>
            <a:lvl5pPr algn="l">
              <a:defRPr sz="1650" b="0">
                <a:solidFill>
                  <a:srgbClr val="B6B6B3"/>
                </a:solidFill>
              </a:defRPr>
            </a:lvl5pPr>
            <a:lvl6pPr algn="l">
              <a:defRPr sz="1650" b="0">
                <a:solidFill>
                  <a:srgbClr val="B6B6B3"/>
                </a:solidFill>
              </a:defRPr>
            </a:lvl6pPr>
            <a:lvl7pPr algn="l">
              <a:defRPr sz="1650" b="0">
                <a:solidFill>
                  <a:srgbClr val="B6B6B3"/>
                </a:solidFill>
              </a:defRPr>
            </a:lvl7pPr>
            <a:lvl8pPr algn="l">
              <a:defRPr sz="1650" b="0">
                <a:solidFill>
                  <a:srgbClr val="B6B6B3"/>
                </a:solidFill>
              </a:defRPr>
            </a:lvl8pPr>
            <a:lvl9pPr algn="l">
              <a:defRPr sz="1650" b="0">
                <a:solidFill>
                  <a:srgbClr val="B6B6B3"/>
                </a:solidFill>
              </a:defRPr>
            </a:lvl9pPr>
          </a:lstStyle>
          <a:p>
            <a:pPr algn="l">
              <a:defRPr sz="1650" b="0">
                <a:solidFill>
                  <a:srgbClr val="B6B6B3"/>
                </a:solidFill>
              </a:defRPr>
            </a:pPr>
            <a:r>
              <a:rPr sz="1650" b="0">
                <a:solidFill>
                  <a:srgbClr val="B6B6B3"/>
                </a:solidFill>
              </a:rPr>
              <a:t>SYN, SYN-ACK, ACK, FIN and RST counts; initial SYN ratio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D4BB700-223B-40E3-8A11-CE27FD2EA86A}"/>
              </a:ext>
            </a:extLst>
          </p:cNvPr>
          <p:cNvSpPr>
            <a:spLocks noGrp="1"/>
          </p:cNvSpPr>
          <p:nvPr/>
        </p:nvSpPr>
        <p:spPr>
          <a:xfrm>
            <a:off x="685800" y="4895850"/>
            <a:ext cx="5905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 algn="l">
              <a:defRPr sz="1875" b="1">
                <a:solidFill>
                  <a:srgbClr val="DE5A1D"/>
                </a:solidFill>
              </a:defRPr>
            </a:defPPr>
            <a:lvl1pPr algn="l">
              <a:defRPr sz="1875" b="1">
                <a:solidFill>
                  <a:srgbClr val="DE5A1D"/>
                </a:solidFill>
              </a:defRPr>
            </a:lvl1pPr>
            <a:lvl2pPr algn="l">
              <a:defRPr sz="1875" b="1">
                <a:solidFill>
                  <a:srgbClr val="DE5A1D"/>
                </a:solidFill>
              </a:defRPr>
            </a:lvl2pPr>
            <a:lvl3pPr algn="l">
              <a:defRPr sz="1875" b="1">
                <a:solidFill>
                  <a:srgbClr val="DE5A1D"/>
                </a:solidFill>
              </a:defRPr>
            </a:lvl3pPr>
            <a:lvl4pPr algn="l">
              <a:defRPr sz="1875" b="1">
                <a:solidFill>
                  <a:srgbClr val="DE5A1D"/>
                </a:solidFill>
              </a:defRPr>
            </a:lvl4pPr>
            <a:lvl5pPr algn="l">
              <a:defRPr sz="1875" b="1">
                <a:solidFill>
                  <a:srgbClr val="DE5A1D"/>
                </a:solidFill>
              </a:defRPr>
            </a:lvl5pPr>
            <a:lvl6pPr algn="l">
              <a:defRPr sz="1875" b="1">
                <a:solidFill>
                  <a:srgbClr val="DE5A1D"/>
                </a:solidFill>
              </a:defRPr>
            </a:lvl6pPr>
            <a:lvl7pPr algn="l">
              <a:defRPr sz="1875" b="1">
                <a:solidFill>
                  <a:srgbClr val="DE5A1D"/>
                </a:solidFill>
              </a:defRPr>
            </a:lvl7pPr>
            <a:lvl8pPr algn="l">
              <a:defRPr sz="1875" b="1">
                <a:solidFill>
                  <a:srgbClr val="DE5A1D"/>
                </a:solidFill>
              </a:defRPr>
            </a:lvl8pPr>
            <a:lvl9pPr algn="l">
              <a:defRPr sz="1875" b="1">
                <a:solidFill>
                  <a:srgbClr val="DE5A1D"/>
                </a:solidFill>
              </a:defRPr>
            </a:lvl9pPr>
          </a:lstStyle>
          <a:p>
            <a:pPr algn="l">
              <a:defRPr sz="1875" b="1">
                <a:solidFill>
                  <a:srgbClr val="DE5A1D"/>
                </a:solidFill>
              </a:defRPr>
            </a:pPr>
            <a:r>
              <a:rPr sz="1875" b="1">
                <a:solidFill>
                  <a:srgbClr val="DE5A1D"/>
                </a:solidFill>
              </a:rPr>
              <a:t>03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8CD8B97-C444-4F08-94E2-CA5CB97CB4B4}"/>
              </a:ext>
            </a:extLst>
          </p:cNvPr>
          <p:cNvSpPr>
            <a:spLocks noGrp="1"/>
          </p:cNvSpPr>
          <p:nvPr/>
        </p:nvSpPr>
        <p:spPr>
          <a:xfrm>
            <a:off x="1400175" y="4895850"/>
            <a:ext cx="2857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 algn="l">
              <a:defRPr sz="1950" b="1">
                <a:solidFill>
                  <a:srgbClr val="F7F7F5"/>
                </a:solidFill>
              </a:defRPr>
            </a:defPPr>
            <a:lvl1pPr algn="l">
              <a:defRPr sz="1950" b="1">
                <a:solidFill>
                  <a:srgbClr val="F7F7F5"/>
                </a:solidFill>
              </a:defRPr>
            </a:lvl1pPr>
            <a:lvl2pPr algn="l">
              <a:defRPr sz="1950" b="1">
                <a:solidFill>
                  <a:srgbClr val="F7F7F5"/>
                </a:solidFill>
              </a:defRPr>
            </a:lvl2pPr>
            <a:lvl3pPr algn="l">
              <a:defRPr sz="1950" b="1">
                <a:solidFill>
                  <a:srgbClr val="F7F7F5"/>
                </a:solidFill>
              </a:defRPr>
            </a:lvl3pPr>
            <a:lvl4pPr algn="l">
              <a:defRPr sz="1950" b="1">
                <a:solidFill>
                  <a:srgbClr val="F7F7F5"/>
                </a:solidFill>
              </a:defRPr>
            </a:lvl4pPr>
            <a:lvl5pPr algn="l">
              <a:defRPr sz="1950" b="1">
                <a:solidFill>
                  <a:srgbClr val="F7F7F5"/>
                </a:solidFill>
              </a:defRPr>
            </a:lvl5pPr>
            <a:lvl6pPr algn="l">
              <a:defRPr sz="1950" b="1">
                <a:solidFill>
                  <a:srgbClr val="F7F7F5"/>
                </a:solidFill>
              </a:defRPr>
            </a:lvl6pPr>
            <a:lvl7pPr algn="l">
              <a:defRPr sz="1950" b="1">
                <a:solidFill>
                  <a:srgbClr val="F7F7F5"/>
                </a:solidFill>
              </a:defRPr>
            </a:lvl7pPr>
            <a:lvl8pPr algn="l">
              <a:defRPr sz="1950" b="1">
                <a:solidFill>
                  <a:srgbClr val="F7F7F5"/>
                </a:solidFill>
              </a:defRPr>
            </a:lvl8pPr>
            <a:lvl9pPr algn="l">
              <a:defRPr sz="1950" b="1">
                <a:solidFill>
                  <a:srgbClr val="F7F7F5"/>
                </a:solidFill>
              </a:defRPr>
            </a:lvl9pPr>
          </a:lstStyle>
          <a:p>
            <a:pPr algn="l">
              <a:defRPr sz="1950" b="1">
                <a:solidFill>
                  <a:srgbClr val="F7F7F5"/>
                </a:solidFill>
              </a:defRPr>
            </a:pPr>
            <a:r>
              <a:rPr sz="1950" b="1">
                <a:solidFill>
                  <a:srgbClr val="F7F7F5"/>
                </a:solidFill>
              </a:rPr>
              <a:t>Traffic spread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A12AD49-AD43-476A-9B59-6C5CDB3519FC}"/>
              </a:ext>
            </a:extLst>
          </p:cNvPr>
          <p:cNvSpPr>
            <a:spLocks noGrp="1"/>
          </p:cNvSpPr>
          <p:nvPr/>
        </p:nvSpPr>
        <p:spPr>
          <a:xfrm>
            <a:off x="4429125" y="4914900"/>
            <a:ext cx="6810375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 algn="l">
              <a:defRPr sz="1650" b="0">
                <a:solidFill>
                  <a:srgbClr val="B6B6B3"/>
                </a:solidFill>
              </a:defRPr>
            </a:defPPr>
            <a:lvl1pPr algn="l">
              <a:defRPr sz="1650" b="0">
                <a:solidFill>
                  <a:srgbClr val="B6B6B3"/>
                </a:solidFill>
              </a:defRPr>
            </a:lvl1pPr>
            <a:lvl2pPr algn="l">
              <a:defRPr sz="1650" b="0">
                <a:solidFill>
                  <a:srgbClr val="B6B6B3"/>
                </a:solidFill>
              </a:defRPr>
            </a:lvl2pPr>
            <a:lvl3pPr algn="l">
              <a:defRPr sz="1650" b="0">
                <a:solidFill>
                  <a:srgbClr val="B6B6B3"/>
                </a:solidFill>
              </a:defRPr>
            </a:lvl3pPr>
            <a:lvl4pPr algn="l">
              <a:defRPr sz="1650" b="0">
                <a:solidFill>
                  <a:srgbClr val="B6B6B3"/>
                </a:solidFill>
              </a:defRPr>
            </a:lvl4pPr>
            <a:lvl5pPr algn="l">
              <a:defRPr sz="1650" b="0">
                <a:solidFill>
                  <a:srgbClr val="B6B6B3"/>
                </a:solidFill>
              </a:defRPr>
            </a:lvl5pPr>
            <a:lvl6pPr algn="l">
              <a:defRPr sz="1650" b="0">
                <a:solidFill>
                  <a:srgbClr val="B6B6B3"/>
                </a:solidFill>
              </a:defRPr>
            </a:lvl6pPr>
            <a:lvl7pPr algn="l">
              <a:defRPr sz="1650" b="0">
                <a:solidFill>
                  <a:srgbClr val="B6B6B3"/>
                </a:solidFill>
              </a:defRPr>
            </a:lvl7pPr>
            <a:lvl8pPr algn="l">
              <a:defRPr sz="1650" b="0">
                <a:solidFill>
                  <a:srgbClr val="B6B6B3"/>
                </a:solidFill>
              </a:defRPr>
            </a:lvl8pPr>
            <a:lvl9pPr algn="l">
              <a:defRPr sz="1650" b="0">
                <a:solidFill>
                  <a:srgbClr val="B6B6B3"/>
                </a:solidFill>
              </a:defRPr>
            </a:lvl9pPr>
          </a:lstStyle>
          <a:p>
            <a:pPr algn="l">
              <a:defRPr sz="1650" b="0">
                <a:solidFill>
                  <a:srgbClr val="B6B6B3"/>
                </a:solidFill>
              </a:defRPr>
            </a:pPr>
            <a:r>
              <a:rPr sz="1650" b="0">
                <a:solidFill>
                  <a:srgbClr val="B6B6B3"/>
                </a:solidFill>
              </a:rPr>
              <a:t>Unique sources, destinations, ports and flows</a:t>
            </a:r>
          </a:p>
        </p:txBody>
      </p:sp>
    </p:spTree>
    <p:extLst>
      <p:ext uri="{BB962C8B-B14F-4D97-AF65-F5344CB8AC3E}">
        <p14:creationId xmlns:p14="http://schemas.microsoft.com/office/powerpoint/2010/main" val="372437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AB80DD6C-92CD-4086-90DF-BC9284D5D0DF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7429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 algn="l">
              <a:defRPr sz="1125" b="1">
                <a:solidFill>
                  <a:srgbClr val="DE5A1D"/>
                </a:solidFill>
              </a:defRPr>
            </a:defPPr>
            <a:lvl1pPr algn="l">
              <a:defRPr sz="1125" b="1">
                <a:solidFill>
                  <a:srgbClr val="DE5A1D"/>
                </a:solidFill>
              </a:defRPr>
            </a:lvl1pPr>
            <a:lvl2pPr algn="l">
              <a:defRPr sz="1125" b="1">
                <a:solidFill>
                  <a:srgbClr val="DE5A1D"/>
                </a:solidFill>
              </a:defRPr>
            </a:lvl2pPr>
            <a:lvl3pPr algn="l">
              <a:defRPr sz="1125" b="1">
                <a:solidFill>
                  <a:srgbClr val="DE5A1D"/>
                </a:solidFill>
              </a:defRPr>
            </a:lvl3pPr>
            <a:lvl4pPr algn="l">
              <a:defRPr sz="1125" b="1">
                <a:solidFill>
                  <a:srgbClr val="DE5A1D"/>
                </a:solidFill>
              </a:defRPr>
            </a:lvl4pPr>
            <a:lvl5pPr algn="l">
              <a:defRPr sz="1125" b="1">
                <a:solidFill>
                  <a:srgbClr val="DE5A1D"/>
                </a:solidFill>
              </a:defRPr>
            </a:lvl5pPr>
            <a:lvl6pPr algn="l">
              <a:defRPr sz="1125" b="1">
                <a:solidFill>
                  <a:srgbClr val="DE5A1D"/>
                </a:solidFill>
              </a:defRPr>
            </a:lvl6pPr>
            <a:lvl7pPr algn="l">
              <a:defRPr sz="1125" b="1">
                <a:solidFill>
                  <a:srgbClr val="DE5A1D"/>
                </a:solidFill>
              </a:defRPr>
            </a:lvl7pPr>
            <a:lvl8pPr algn="l">
              <a:defRPr sz="1125" b="1">
                <a:solidFill>
                  <a:srgbClr val="DE5A1D"/>
                </a:solidFill>
              </a:defRPr>
            </a:lvl8pPr>
            <a:lvl9pPr algn="l">
              <a:defRPr sz="1125" b="1">
                <a:solidFill>
                  <a:srgbClr val="DE5A1D"/>
                </a:solidFill>
              </a:defRPr>
            </a:lvl9pPr>
          </a:lstStyle>
          <a:p>
            <a:pPr algn="l">
              <a:defRPr sz="1125" b="1">
                <a:solidFill>
                  <a:srgbClr val="DE5A1D"/>
                </a:solidFill>
              </a:defRPr>
            </a:pPr>
            <a:r>
              <a:rPr sz="1125" b="1">
                <a:solidFill>
                  <a:srgbClr val="DE5A1D"/>
                </a:solidFill>
              </a:rPr>
              <a:t>DETECTION LOGIC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7207150-E1C4-4492-B964-E478F950A78B}"/>
              </a:ext>
            </a:extLst>
          </p:cNvPr>
          <p:cNvSpPr>
            <a:spLocks noGrp="1"/>
          </p:cNvSpPr>
          <p:nvPr/>
        </p:nvSpPr>
        <p:spPr>
          <a:xfrm>
            <a:off x="666750" y="819150"/>
            <a:ext cx="10810875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 algn="l">
              <a:defRPr sz="3000" b="1">
                <a:solidFill>
                  <a:srgbClr val="F7F7F5"/>
                </a:solidFill>
              </a:defRPr>
            </a:defPPr>
            <a:lvl1pPr algn="l">
              <a:defRPr sz="3000" b="1">
                <a:solidFill>
                  <a:srgbClr val="F7F7F5"/>
                </a:solidFill>
              </a:defRPr>
            </a:lvl1pPr>
            <a:lvl2pPr algn="l">
              <a:defRPr sz="3000" b="1">
                <a:solidFill>
                  <a:srgbClr val="F7F7F5"/>
                </a:solidFill>
              </a:defRPr>
            </a:lvl2pPr>
            <a:lvl3pPr algn="l">
              <a:defRPr sz="3000" b="1">
                <a:solidFill>
                  <a:srgbClr val="F7F7F5"/>
                </a:solidFill>
              </a:defRPr>
            </a:lvl3pPr>
            <a:lvl4pPr algn="l">
              <a:defRPr sz="3000" b="1">
                <a:solidFill>
                  <a:srgbClr val="F7F7F5"/>
                </a:solidFill>
              </a:defRPr>
            </a:lvl4pPr>
            <a:lvl5pPr algn="l">
              <a:defRPr sz="3000" b="1">
                <a:solidFill>
                  <a:srgbClr val="F7F7F5"/>
                </a:solidFill>
              </a:defRPr>
            </a:lvl5pPr>
            <a:lvl6pPr algn="l">
              <a:defRPr sz="3000" b="1">
                <a:solidFill>
                  <a:srgbClr val="F7F7F5"/>
                </a:solidFill>
              </a:defRPr>
            </a:lvl6pPr>
            <a:lvl7pPr algn="l">
              <a:defRPr sz="3000" b="1">
                <a:solidFill>
                  <a:srgbClr val="F7F7F5"/>
                </a:solidFill>
              </a:defRPr>
            </a:lvl7pPr>
            <a:lvl8pPr algn="l">
              <a:defRPr sz="3000" b="1">
                <a:solidFill>
                  <a:srgbClr val="F7F7F5"/>
                </a:solidFill>
              </a:defRPr>
            </a:lvl8pPr>
            <a:lvl9pPr algn="l">
              <a:defRPr sz="3000" b="1">
                <a:solidFill>
                  <a:srgbClr val="F7F7F5"/>
                </a:solidFill>
              </a:defRPr>
            </a:lvl9pPr>
          </a:lstStyle>
          <a:p>
            <a:pPr algn="l">
              <a:defRPr sz="3000" b="1">
                <a:solidFill>
                  <a:srgbClr val="F7F7F5"/>
                </a:solidFill>
              </a:defRPr>
            </a:pPr>
            <a:r>
              <a:rPr sz="3000" b="1">
                <a:solidFill>
                  <a:srgbClr val="F7F7F5"/>
                </a:solidFill>
              </a:rPr>
              <a:t>How the rules decide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746B49E-7F3F-4EE5-9E45-81164FB37E2A}"/>
              </a:ext>
            </a:extLst>
          </p:cNvPr>
          <p:cNvSpPr>
            <a:spLocks noGrp="1"/>
          </p:cNvSpPr>
          <p:nvPr/>
        </p:nvSpPr>
        <p:spPr>
          <a:xfrm>
            <a:off x="11125200" y="428625"/>
            <a:ext cx="419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 algn="r">
              <a:defRPr sz="1050" b="0">
                <a:solidFill>
                  <a:srgbClr val="777774"/>
                </a:solidFill>
              </a:defRPr>
            </a:defPPr>
            <a:lvl1pPr algn="r">
              <a:defRPr sz="1050" b="0">
                <a:solidFill>
                  <a:srgbClr val="777774"/>
                </a:solidFill>
              </a:defRPr>
            </a:lvl1pPr>
            <a:lvl2pPr algn="r">
              <a:defRPr sz="1050" b="0">
                <a:solidFill>
                  <a:srgbClr val="777774"/>
                </a:solidFill>
              </a:defRPr>
            </a:lvl2pPr>
            <a:lvl3pPr algn="r">
              <a:defRPr sz="1050" b="0">
                <a:solidFill>
                  <a:srgbClr val="777774"/>
                </a:solidFill>
              </a:defRPr>
            </a:lvl3pPr>
            <a:lvl4pPr algn="r">
              <a:defRPr sz="1050" b="0">
                <a:solidFill>
                  <a:srgbClr val="777774"/>
                </a:solidFill>
              </a:defRPr>
            </a:lvl4pPr>
            <a:lvl5pPr algn="r">
              <a:defRPr sz="1050" b="0">
                <a:solidFill>
                  <a:srgbClr val="777774"/>
                </a:solidFill>
              </a:defRPr>
            </a:lvl5pPr>
            <a:lvl6pPr algn="r">
              <a:defRPr sz="1050" b="0">
                <a:solidFill>
                  <a:srgbClr val="777774"/>
                </a:solidFill>
              </a:defRPr>
            </a:lvl6pPr>
            <a:lvl7pPr algn="r">
              <a:defRPr sz="1050" b="0">
                <a:solidFill>
                  <a:srgbClr val="777774"/>
                </a:solidFill>
              </a:defRPr>
            </a:lvl7pPr>
            <a:lvl8pPr algn="r">
              <a:defRPr sz="1050" b="0">
                <a:solidFill>
                  <a:srgbClr val="777774"/>
                </a:solidFill>
              </a:defRPr>
            </a:lvl8pPr>
            <a:lvl9pPr algn="r">
              <a:defRPr sz="1050" b="0">
                <a:solidFill>
                  <a:srgbClr val="777774"/>
                </a:solidFill>
              </a:defRPr>
            </a:lvl9pPr>
          </a:lstStyle>
          <a:p>
            <a:pPr algn="r">
              <a:defRPr sz="1050" b="0">
                <a:solidFill>
                  <a:srgbClr val="777774"/>
                </a:solidFill>
              </a:defRPr>
            </a:pPr>
            <a:r>
              <a:rPr sz="1050" b="0">
                <a:solidFill>
                  <a:srgbClr val="777774"/>
                </a:solidFill>
              </a:rPr>
              <a:t>05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0DF0AA2-2DC2-4054-8D6C-D9D143DE466D}"/>
              </a:ext>
            </a:extLst>
          </p:cNvPr>
          <p:cNvSpPr>
            <a:spLocks noGrp="1"/>
          </p:cNvSpPr>
          <p:nvPr/>
        </p:nvSpPr>
        <p:spPr>
          <a:xfrm>
            <a:off x="704850" y="1905000"/>
            <a:ext cx="4286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 algn="l">
              <a:defRPr sz="1950" b="1">
                <a:solidFill>
                  <a:srgbClr val="DE5A1D"/>
                </a:solidFill>
              </a:defRPr>
            </a:defPPr>
            <a:lvl1pPr algn="l">
              <a:defRPr sz="1950" b="1">
                <a:solidFill>
                  <a:srgbClr val="DE5A1D"/>
                </a:solidFill>
              </a:defRPr>
            </a:lvl1pPr>
            <a:lvl2pPr algn="l">
              <a:defRPr sz="1950" b="1">
                <a:solidFill>
                  <a:srgbClr val="DE5A1D"/>
                </a:solidFill>
              </a:defRPr>
            </a:lvl2pPr>
            <a:lvl3pPr algn="l">
              <a:defRPr sz="1950" b="1">
                <a:solidFill>
                  <a:srgbClr val="DE5A1D"/>
                </a:solidFill>
              </a:defRPr>
            </a:lvl3pPr>
            <a:lvl4pPr algn="l">
              <a:defRPr sz="1950" b="1">
                <a:solidFill>
                  <a:srgbClr val="DE5A1D"/>
                </a:solidFill>
              </a:defRPr>
            </a:lvl4pPr>
            <a:lvl5pPr algn="l">
              <a:defRPr sz="1950" b="1">
                <a:solidFill>
                  <a:srgbClr val="DE5A1D"/>
                </a:solidFill>
              </a:defRPr>
            </a:lvl5pPr>
            <a:lvl6pPr algn="l">
              <a:defRPr sz="1950" b="1">
                <a:solidFill>
                  <a:srgbClr val="DE5A1D"/>
                </a:solidFill>
              </a:defRPr>
            </a:lvl6pPr>
            <a:lvl7pPr algn="l">
              <a:defRPr sz="1950" b="1">
                <a:solidFill>
                  <a:srgbClr val="DE5A1D"/>
                </a:solidFill>
              </a:defRPr>
            </a:lvl7pPr>
            <a:lvl8pPr algn="l">
              <a:defRPr sz="1950" b="1">
                <a:solidFill>
                  <a:srgbClr val="DE5A1D"/>
                </a:solidFill>
              </a:defRPr>
            </a:lvl8pPr>
            <a:lvl9pPr algn="l">
              <a:defRPr sz="1950" b="1">
                <a:solidFill>
                  <a:srgbClr val="DE5A1D"/>
                </a:solidFill>
              </a:defRPr>
            </a:lvl9pPr>
          </a:lstStyle>
          <a:p>
            <a:pPr algn="l">
              <a:defRPr sz="1950" b="1">
                <a:solidFill>
                  <a:srgbClr val="DE5A1D"/>
                </a:solidFill>
              </a:defRPr>
            </a:pPr>
            <a:r>
              <a:rPr sz="1950" b="1">
                <a:solidFill>
                  <a:srgbClr val="DE5A1D"/>
                </a:solidFill>
              </a:rPr>
              <a:t>Rate baseline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11C2703-3F7B-4152-9076-A291FFAD1294}"/>
              </a:ext>
            </a:extLst>
          </p:cNvPr>
          <p:cNvSpPr>
            <a:spLocks noGrp="1"/>
          </p:cNvSpPr>
          <p:nvPr/>
        </p:nvSpPr>
        <p:spPr>
          <a:xfrm>
            <a:off x="704850" y="2400300"/>
            <a:ext cx="4838700" cy="1504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 algn="l">
              <a:defRPr sz="1800" b="0">
                <a:solidFill>
                  <a:srgbClr val="B6B6B3"/>
                </a:solidFill>
              </a:defRPr>
            </a:defPPr>
            <a:lvl1pPr algn="l">
              <a:defRPr sz="1800" b="0">
                <a:solidFill>
                  <a:srgbClr val="B6B6B3"/>
                </a:solidFill>
              </a:defRPr>
            </a:lvl1pPr>
            <a:lvl2pPr algn="l">
              <a:defRPr sz="1800" b="0">
                <a:solidFill>
                  <a:srgbClr val="B6B6B3"/>
                </a:solidFill>
              </a:defRPr>
            </a:lvl2pPr>
            <a:lvl3pPr algn="l">
              <a:defRPr sz="1800" b="0">
                <a:solidFill>
                  <a:srgbClr val="B6B6B3"/>
                </a:solidFill>
              </a:defRPr>
            </a:lvl3pPr>
            <a:lvl4pPr algn="l">
              <a:defRPr sz="1800" b="0">
                <a:solidFill>
                  <a:srgbClr val="B6B6B3"/>
                </a:solidFill>
              </a:defRPr>
            </a:lvl4pPr>
            <a:lvl5pPr algn="l">
              <a:defRPr sz="1800" b="0">
                <a:solidFill>
                  <a:srgbClr val="B6B6B3"/>
                </a:solidFill>
              </a:defRPr>
            </a:lvl5pPr>
            <a:lvl6pPr algn="l">
              <a:defRPr sz="1800" b="0">
                <a:solidFill>
                  <a:srgbClr val="B6B6B3"/>
                </a:solidFill>
              </a:defRPr>
            </a:lvl6pPr>
            <a:lvl7pPr algn="l">
              <a:defRPr sz="1800" b="0">
                <a:solidFill>
                  <a:srgbClr val="B6B6B3"/>
                </a:solidFill>
              </a:defRPr>
            </a:lvl7pPr>
            <a:lvl8pPr algn="l">
              <a:defRPr sz="1800" b="0">
                <a:solidFill>
                  <a:srgbClr val="B6B6B3"/>
                </a:solidFill>
              </a:defRPr>
            </a:lvl8pPr>
            <a:lvl9pPr algn="l">
              <a:defRPr sz="1800" b="0">
                <a:solidFill>
                  <a:srgbClr val="B6B6B3"/>
                </a:solidFill>
              </a:defRPr>
            </a:lvl9pPr>
          </a:lstStyle>
          <a:p>
            <a:pPr algn="l">
              <a:defRPr sz="1800" b="0">
                <a:solidFill>
                  <a:srgbClr val="B6B6B3"/>
                </a:solidFill>
              </a:defRPr>
            </a:pPr>
            <a:r>
              <a:rPr sz="1800" b="0">
                <a:solidFill>
                  <a:srgbClr val="B6B6B3"/>
                </a:solidFill>
              </a:rPr>
              <a:t>After five normal-looking windows, a rolling median and median absolute deviation adapt the packet-rate threshold.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E929ADC-DD9E-4B26-B957-57FA3F32CFEB}"/>
              </a:ext>
            </a:extLst>
          </p:cNvPr>
          <p:cNvSpPr>
            <a:spLocks noGrp="1"/>
          </p:cNvSpPr>
          <p:nvPr/>
        </p:nvSpPr>
        <p:spPr>
          <a:xfrm>
            <a:off x="6419850" y="1905000"/>
            <a:ext cx="4286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 algn="l">
              <a:defRPr sz="1950" b="1">
                <a:solidFill>
                  <a:srgbClr val="DE5A1D"/>
                </a:solidFill>
              </a:defRPr>
            </a:defPPr>
            <a:lvl1pPr algn="l">
              <a:defRPr sz="1950" b="1">
                <a:solidFill>
                  <a:srgbClr val="DE5A1D"/>
                </a:solidFill>
              </a:defRPr>
            </a:lvl1pPr>
            <a:lvl2pPr algn="l">
              <a:defRPr sz="1950" b="1">
                <a:solidFill>
                  <a:srgbClr val="DE5A1D"/>
                </a:solidFill>
              </a:defRPr>
            </a:lvl2pPr>
            <a:lvl3pPr algn="l">
              <a:defRPr sz="1950" b="1">
                <a:solidFill>
                  <a:srgbClr val="DE5A1D"/>
                </a:solidFill>
              </a:defRPr>
            </a:lvl3pPr>
            <a:lvl4pPr algn="l">
              <a:defRPr sz="1950" b="1">
                <a:solidFill>
                  <a:srgbClr val="DE5A1D"/>
                </a:solidFill>
              </a:defRPr>
            </a:lvl4pPr>
            <a:lvl5pPr algn="l">
              <a:defRPr sz="1950" b="1">
                <a:solidFill>
                  <a:srgbClr val="DE5A1D"/>
                </a:solidFill>
              </a:defRPr>
            </a:lvl5pPr>
            <a:lvl6pPr algn="l">
              <a:defRPr sz="1950" b="1">
                <a:solidFill>
                  <a:srgbClr val="DE5A1D"/>
                </a:solidFill>
              </a:defRPr>
            </a:lvl6pPr>
            <a:lvl7pPr algn="l">
              <a:defRPr sz="1950" b="1">
                <a:solidFill>
                  <a:srgbClr val="DE5A1D"/>
                </a:solidFill>
              </a:defRPr>
            </a:lvl7pPr>
            <a:lvl8pPr algn="l">
              <a:defRPr sz="1950" b="1">
                <a:solidFill>
                  <a:srgbClr val="DE5A1D"/>
                </a:solidFill>
              </a:defRPr>
            </a:lvl8pPr>
            <a:lvl9pPr algn="l">
              <a:defRPr sz="1950" b="1">
                <a:solidFill>
                  <a:srgbClr val="DE5A1D"/>
                </a:solidFill>
              </a:defRPr>
            </a:lvl9pPr>
          </a:lstStyle>
          <a:p>
            <a:pPr algn="l">
              <a:defRPr sz="1950" b="1">
                <a:solidFill>
                  <a:srgbClr val="DE5A1D"/>
                </a:solidFill>
              </a:defRPr>
            </a:pPr>
            <a:r>
              <a:rPr sz="1950" b="1">
                <a:solidFill>
                  <a:srgbClr val="DE5A1D"/>
                </a:solidFill>
              </a:rPr>
              <a:t>SYN signal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829A875-DAF3-4BF7-96CC-EAB3F38266E5}"/>
              </a:ext>
            </a:extLst>
          </p:cNvPr>
          <p:cNvSpPr>
            <a:spLocks noGrp="1"/>
          </p:cNvSpPr>
          <p:nvPr/>
        </p:nvSpPr>
        <p:spPr>
          <a:xfrm>
            <a:off x="6419850" y="2400300"/>
            <a:ext cx="4838700" cy="1504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 algn="l">
              <a:defRPr sz="1800" b="0">
                <a:solidFill>
                  <a:srgbClr val="B6B6B3"/>
                </a:solidFill>
              </a:defRPr>
            </a:defPPr>
            <a:lvl1pPr algn="l">
              <a:defRPr sz="1800" b="0">
                <a:solidFill>
                  <a:srgbClr val="B6B6B3"/>
                </a:solidFill>
              </a:defRPr>
            </a:lvl1pPr>
            <a:lvl2pPr algn="l">
              <a:defRPr sz="1800" b="0">
                <a:solidFill>
                  <a:srgbClr val="B6B6B3"/>
                </a:solidFill>
              </a:defRPr>
            </a:lvl2pPr>
            <a:lvl3pPr algn="l">
              <a:defRPr sz="1800" b="0">
                <a:solidFill>
                  <a:srgbClr val="B6B6B3"/>
                </a:solidFill>
              </a:defRPr>
            </a:lvl3pPr>
            <a:lvl4pPr algn="l">
              <a:defRPr sz="1800" b="0">
                <a:solidFill>
                  <a:srgbClr val="B6B6B3"/>
                </a:solidFill>
              </a:defRPr>
            </a:lvl4pPr>
            <a:lvl5pPr algn="l">
              <a:defRPr sz="1800" b="0">
                <a:solidFill>
                  <a:srgbClr val="B6B6B3"/>
                </a:solidFill>
              </a:defRPr>
            </a:lvl5pPr>
            <a:lvl6pPr algn="l">
              <a:defRPr sz="1800" b="0">
                <a:solidFill>
                  <a:srgbClr val="B6B6B3"/>
                </a:solidFill>
              </a:defRPr>
            </a:lvl6pPr>
            <a:lvl7pPr algn="l">
              <a:defRPr sz="1800" b="0">
                <a:solidFill>
                  <a:srgbClr val="B6B6B3"/>
                </a:solidFill>
              </a:defRPr>
            </a:lvl7pPr>
            <a:lvl8pPr algn="l">
              <a:defRPr sz="1800" b="0">
                <a:solidFill>
                  <a:srgbClr val="B6B6B3"/>
                </a:solidFill>
              </a:defRPr>
            </a:lvl8pPr>
            <a:lvl9pPr algn="l">
              <a:defRPr sz="1800" b="0">
                <a:solidFill>
                  <a:srgbClr val="B6B6B3"/>
                </a:solidFill>
              </a:defRPr>
            </a:lvl9pPr>
          </a:lstStyle>
          <a:p>
            <a:pPr algn="l">
              <a:defRPr sz="1800" b="0">
                <a:solidFill>
                  <a:srgbClr val="B6B6B3"/>
                </a:solidFill>
              </a:defRPr>
            </a:pPr>
            <a:r>
              <a:rPr sz="1800" b="0">
                <a:solidFill>
                  <a:srgbClr val="B6B6B3"/>
                </a:solidFill>
              </a:rPr>
              <a:t>The rule checks the share and rate of initial TCP SYN packets. Defaults include 0.70 SYN ratio and 20 SYN packets/s.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0CED1E1-6BC9-4557-929A-D298C359CD6D}"/>
              </a:ext>
            </a:extLst>
          </p:cNvPr>
          <p:cNvSpPr>
            <a:spLocks noGrp="1"/>
          </p:cNvSpPr>
          <p:nvPr/>
        </p:nvSpPr>
        <p:spPr>
          <a:xfrm>
            <a:off x="704850" y="4333875"/>
            <a:ext cx="971550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 algn="l">
              <a:defRPr sz="1875" b="1">
                <a:solidFill>
                  <a:srgbClr val="F7F7F5"/>
                </a:solidFill>
              </a:defRPr>
            </a:defPPr>
            <a:lvl1pPr algn="l">
              <a:defRPr sz="1875" b="1">
                <a:solidFill>
                  <a:srgbClr val="F7F7F5"/>
                </a:solidFill>
              </a:defRPr>
            </a:lvl1pPr>
            <a:lvl2pPr algn="l">
              <a:defRPr sz="1875" b="1">
                <a:solidFill>
                  <a:srgbClr val="F7F7F5"/>
                </a:solidFill>
              </a:defRPr>
            </a:lvl2pPr>
            <a:lvl3pPr algn="l">
              <a:defRPr sz="1875" b="1">
                <a:solidFill>
                  <a:srgbClr val="F7F7F5"/>
                </a:solidFill>
              </a:defRPr>
            </a:lvl3pPr>
            <a:lvl4pPr algn="l">
              <a:defRPr sz="1875" b="1">
                <a:solidFill>
                  <a:srgbClr val="F7F7F5"/>
                </a:solidFill>
              </a:defRPr>
            </a:lvl4pPr>
            <a:lvl5pPr algn="l">
              <a:defRPr sz="1875" b="1">
                <a:solidFill>
                  <a:srgbClr val="F7F7F5"/>
                </a:solidFill>
              </a:defRPr>
            </a:lvl5pPr>
            <a:lvl6pPr algn="l">
              <a:defRPr sz="1875" b="1">
                <a:solidFill>
                  <a:srgbClr val="F7F7F5"/>
                </a:solidFill>
              </a:defRPr>
            </a:lvl6pPr>
            <a:lvl7pPr algn="l">
              <a:defRPr sz="1875" b="1">
                <a:solidFill>
                  <a:srgbClr val="F7F7F5"/>
                </a:solidFill>
              </a:defRPr>
            </a:lvl7pPr>
            <a:lvl8pPr algn="l">
              <a:defRPr sz="1875" b="1">
                <a:solidFill>
                  <a:srgbClr val="F7F7F5"/>
                </a:solidFill>
              </a:defRPr>
            </a:lvl8pPr>
            <a:lvl9pPr algn="l">
              <a:defRPr sz="1875" b="1">
                <a:solidFill>
                  <a:srgbClr val="F7F7F5"/>
                </a:solidFill>
              </a:defRPr>
            </a:lvl9pPr>
          </a:lstStyle>
          <a:p>
            <a:pPr algn="l">
              <a:defRPr sz="1875" b="1">
                <a:solidFill>
                  <a:srgbClr val="F7F7F5"/>
                </a:solidFill>
              </a:defRPr>
            </a:pPr>
            <a:r>
              <a:rPr sz="1875" b="1">
                <a:solidFill>
                  <a:srgbClr val="F7F7F5"/>
                </a:solidFill>
              </a:rPr>
              <a:t>Window labels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D9937B6-CC3C-4901-A831-3A8AD23BB3CB}"/>
              </a:ext>
            </a:extLst>
          </p:cNvPr>
          <p:cNvSpPr>
            <a:spLocks noGrp="1"/>
          </p:cNvSpPr>
          <p:nvPr/>
        </p:nvSpPr>
        <p:spPr>
          <a:xfrm>
            <a:off x="704850" y="4905375"/>
            <a:ext cx="10477500" cy="828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 algn="l">
              <a:defRPr sz="1875" b="0">
                <a:solidFill>
                  <a:srgbClr val="F7F7F5"/>
                </a:solidFill>
              </a:defRPr>
            </a:defPPr>
            <a:lvl1pPr algn="l">
              <a:defRPr sz="1875" b="0">
                <a:solidFill>
                  <a:srgbClr val="F7F7F5"/>
                </a:solidFill>
              </a:defRPr>
            </a:lvl1pPr>
            <a:lvl2pPr algn="l">
              <a:defRPr sz="1875" b="0">
                <a:solidFill>
                  <a:srgbClr val="F7F7F5"/>
                </a:solidFill>
              </a:defRPr>
            </a:lvl2pPr>
            <a:lvl3pPr algn="l">
              <a:defRPr sz="1875" b="0">
                <a:solidFill>
                  <a:srgbClr val="F7F7F5"/>
                </a:solidFill>
              </a:defRPr>
            </a:lvl3pPr>
            <a:lvl4pPr algn="l">
              <a:defRPr sz="1875" b="0">
                <a:solidFill>
                  <a:srgbClr val="F7F7F5"/>
                </a:solidFill>
              </a:defRPr>
            </a:lvl4pPr>
            <a:lvl5pPr algn="l">
              <a:defRPr sz="1875" b="0">
                <a:solidFill>
                  <a:srgbClr val="F7F7F5"/>
                </a:solidFill>
              </a:defRPr>
            </a:lvl5pPr>
            <a:lvl6pPr algn="l">
              <a:defRPr sz="1875" b="0">
                <a:solidFill>
                  <a:srgbClr val="F7F7F5"/>
                </a:solidFill>
              </a:defRPr>
            </a:lvl6pPr>
            <a:lvl7pPr algn="l">
              <a:defRPr sz="1875" b="0">
                <a:solidFill>
                  <a:srgbClr val="F7F7F5"/>
                </a:solidFill>
              </a:defRPr>
            </a:lvl7pPr>
            <a:lvl8pPr algn="l">
              <a:defRPr sz="1875" b="0">
                <a:solidFill>
                  <a:srgbClr val="F7F7F5"/>
                </a:solidFill>
              </a:defRPr>
            </a:lvl8pPr>
            <a:lvl9pPr algn="l">
              <a:defRPr sz="1875" b="0">
                <a:solidFill>
                  <a:srgbClr val="F7F7F5"/>
                </a:solidFill>
              </a:defRPr>
            </a:lvl9pPr>
          </a:lstStyle>
          <a:p>
            <a:pPr algn="l">
              <a:defRPr sz="1875" b="0">
                <a:solidFill>
                  <a:srgbClr val="F7F7F5"/>
                </a:solidFill>
              </a:defRPr>
            </a:pPr>
            <a:r>
              <a:rPr sz="1875" b="0">
                <a:solidFill>
                  <a:srgbClr val="F7F7F5"/>
                </a:solidFill>
              </a:rPr>
              <a:t>Normal  •  Unusual Traffic  •  Suspicious TCP SYN Pattern  •  Potential DDoS Activity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AF923E8-A6A0-4D0B-8207-3E379B5F5C77}"/>
              </a:ext>
            </a:extLst>
          </p:cNvPr>
          <p:cNvSpPr>
            <a:spLocks noGrp="1"/>
          </p:cNvSpPr>
          <p:nvPr/>
        </p:nvSpPr>
        <p:spPr>
          <a:xfrm>
            <a:off x="704850" y="6000750"/>
            <a:ext cx="10477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 algn="l">
              <a:defRPr sz="1500" b="1">
                <a:solidFill>
                  <a:srgbClr val="DE5A1D"/>
                </a:solidFill>
              </a:defRPr>
            </a:defPPr>
            <a:lvl1pPr algn="l">
              <a:defRPr sz="1500" b="1">
                <a:solidFill>
                  <a:srgbClr val="DE5A1D"/>
                </a:solidFill>
              </a:defRPr>
            </a:lvl1pPr>
            <a:lvl2pPr algn="l">
              <a:defRPr sz="1500" b="1">
                <a:solidFill>
                  <a:srgbClr val="DE5A1D"/>
                </a:solidFill>
              </a:defRPr>
            </a:lvl2pPr>
            <a:lvl3pPr algn="l">
              <a:defRPr sz="1500" b="1">
                <a:solidFill>
                  <a:srgbClr val="DE5A1D"/>
                </a:solidFill>
              </a:defRPr>
            </a:lvl3pPr>
            <a:lvl4pPr algn="l">
              <a:defRPr sz="1500" b="1">
                <a:solidFill>
                  <a:srgbClr val="DE5A1D"/>
                </a:solidFill>
              </a:defRPr>
            </a:lvl4pPr>
            <a:lvl5pPr algn="l">
              <a:defRPr sz="1500" b="1">
                <a:solidFill>
                  <a:srgbClr val="DE5A1D"/>
                </a:solidFill>
              </a:defRPr>
            </a:lvl5pPr>
            <a:lvl6pPr algn="l">
              <a:defRPr sz="1500" b="1">
                <a:solidFill>
                  <a:srgbClr val="DE5A1D"/>
                </a:solidFill>
              </a:defRPr>
            </a:lvl6pPr>
            <a:lvl7pPr algn="l">
              <a:defRPr sz="1500" b="1">
                <a:solidFill>
                  <a:srgbClr val="DE5A1D"/>
                </a:solidFill>
              </a:defRPr>
            </a:lvl7pPr>
            <a:lvl8pPr algn="l">
              <a:defRPr sz="1500" b="1">
                <a:solidFill>
                  <a:srgbClr val="DE5A1D"/>
                </a:solidFill>
              </a:defRPr>
            </a:lvl8pPr>
            <a:lvl9pPr algn="l">
              <a:defRPr sz="1500" b="1">
                <a:solidFill>
                  <a:srgbClr val="DE5A1D"/>
                </a:solidFill>
              </a:defRPr>
            </a:lvl9pPr>
          </a:lstStyle>
          <a:p>
            <a:pPr algn="l">
              <a:defRPr sz="1500" b="1">
                <a:solidFill>
                  <a:srgbClr val="DE5A1D"/>
                </a:solidFill>
              </a:defRPr>
            </a:pPr>
            <a:r>
              <a:rPr sz="1500" b="1">
                <a:solidFill>
                  <a:srgbClr val="DE5A1D"/>
                </a:solidFill>
              </a:rPr>
              <a:t>These thresholds are starting values, not validated attack cutoffs.</a:t>
            </a:r>
          </a:p>
        </p:txBody>
      </p:sp>
    </p:spTree>
    <p:extLst>
      <p:ext uri="{BB962C8B-B14F-4D97-AF65-F5344CB8AC3E}">
        <p14:creationId xmlns:p14="http://schemas.microsoft.com/office/powerpoint/2010/main" val="16594430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CC632F16-E1A7-4EF0-AB24-667ABE713F26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7429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 algn="l">
              <a:defRPr sz="1125" b="1">
                <a:solidFill>
                  <a:srgbClr val="DE5A1D"/>
                </a:solidFill>
              </a:defRPr>
            </a:defPPr>
            <a:lvl1pPr algn="l">
              <a:defRPr sz="1125" b="1">
                <a:solidFill>
                  <a:srgbClr val="DE5A1D"/>
                </a:solidFill>
              </a:defRPr>
            </a:lvl1pPr>
            <a:lvl2pPr algn="l">
              <a:defRPr sz="1125" b="1">
                <a:solidFill>
                  <a:srgbClr val="DE5A1D"/>
                </a:solidFill>
              </a:defRPr>
            </a:lvl2pPr>
            <a:lvl3pPr algn="l">
              <a:defRPr sz="1125" b="1">
                <a:solidFill>
                  <a:srgbClr val="DE5A1D"/>
                </a:solidFill>
              </a:defRPr>
            </a:lvl3pPr>
            <a:lvl4pPr algn="l">
              <a:defRPr sz="1125" b="1">
                <a:solidFill>
                  <a:srgbClr val="DE5A1D"/>
                </a:solidFill>
              </a:defRPr>
            </a:lvl4pPr>
            <a:lvl5pPr algn="l">
              <a:defRPr sz="1125" b="1">
                <a:solidFill>
                  <a:srgbClr val="DE5A1D"/>
                </a:solidFill>
              </a:defRPr>
            </a:lvl5pPr>
            <a:lvl6pPr algn="l">
              <a:defRPr sz="1125" b="1">
                <a:solidFill>
                  <a:srgbClr val="DE5A1D"/>
                </a:solidFill>
              </a:defRPr>
            </a:lvl6pPr>
            <a:lvl7pPr algn="l">
              <a:defRPr sz="1125" b="1">
                <a:solidFill>
                  <a:srgbClr val="DE5A1D"/>
                </a:solidFill>
              </a:defRPr>
            </a:lvl7pPr>
            <a:lvl8pPr algn="l">
              <a:defRPr sz="1125" b="1">
                <a:solidFill>
                  <a:srgbClr val="DE5A1D"/>
                </a:solidFill>
              </a:defRPr>
            </a:lvl8pPr>
            <a:lvl9pPr algn="l">
              <a:defRPr sz="1125" b="1">
                <a:solidFill>
                  <a:srgbClr val="DE5A1D"/>
                </a:solidFill>
              </a:defRPr>
            </a:lvl9pPr>
          </a:lstStyle>
          <a:p>
            <a:pPr algn="l">
              <a:defRPr sz="1125" b="1">
                <a:solidFill>
                  <a:srgbClr val="DE5A1D"/>
                </a:solidFill>
              </a:defRPr>
            </a:pPr>
            <a:r>
              <a:rPr sz="1125" b="1">
                <a:solidFill>
                  <a:srgbClr val="DE5A1D"/>
                </a:solidFill>
              </a:rPr>
              <a:t>MODEL DESIGN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63D582E-C663-49AA-B334-41DEBBF457AA}"/>
              </a:ext>
            </a:extLst>
          </p:cNvPr>
          <p:cNvSpPr>
            <a:spLocks noGrp="1"/>
          </p:cNvSpPr>
          <p:nvPr/>
        </p:nvSpPr>
        <p:spPr>
          <a:xfrm>
            <a:off x="666750" y="819150"/>
            <a:ext cx="10810875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 algn="l">
              <a:defRPr sz="3000" b="1">
                <a:solidFill>
                  <a:srgbClr val="F7F7F5"/>
                </a:solidFill>
              </a:defRPr>
            </a:defPPr>
            <a:lvl1pPr algn="l">
              <a:defRPr sz="3000" b="1">
                <a:solidFill>
                  <a:srgbClr val="F7F7F5"/>
                </a:solidFill>
              </a:defRPr>
            </a:lvl1pPr>
            <a:lvl2pPr algn="l">
              <a:defRPr sz="3000" b="1">
                <a:solidFill>
                  <a:srgbClr val="F7F7F5"/>
                </a:solidFill>
              </a:defRPr>
            </a:lvl2pPr>
            <a:lvl3pPr algn="l">
              <a:defRPr sz="3000" b="1">
                <a:solidFill>
                  <a:srgbClr val="F7F7F5"/>
                </a:solidFill>
              </a:defRPr>
            </a:lvl3pPr>
            <a:lvl4pPr algn="l">
              <a:defRPr sz="3000" b="1">
                <a:solidFill>
                  <a:srgbClr val="F7F7F5"/>
                </a:solidFill>
              </a:defRPr>
            </a:lvl4pPr>
            <a:lvl5pPr algn="l">
              <a:defRPr sz="3000" b="1">
                <a:solidFill>
                  <a:srgbClr val="F7F7F5"/>
                </a:solidFill>
              </a:defRPr>
            </a:lvl5pPr>
            <a:lvl6pPr algn="l">
              <a:defRPr sz="3000" b="1">
                <a:solidFill>
                  <a:srgbClr val="F7F7F5"/>
                </a:solidFill>
              </a:defRPr>
            </a:lvl6pPr>
            <a:lvl7pPr algn="l">
              <a:defRPr sz="3000" b="1">
                <a:solidFill>
                  <a:srgbClr val="F7F7F5"/>
                </a:solidFill>
              </a:defRPr>
            </a:lvl7pPr>
            <a:lvl8pPr algn="l">
              <a:defRPr sz="3000" b="1">
                <a:solidFill>
                  <a:srgbClr val="F7F7F5"/>
                </a:solidFill>
              </a:defRPr>
            </a:lvl8pPr>
            <a:lvl9pPr algn="l">
              <a:defRPr sz="3000" b="1">
                <a:solidFill>
                  <a:srgbClr val="F7F7F5"/>
                </a:solidFill>
              </a:defRPr>
            </a:lvl9pPr>
          </a:lstStyle>
          <a:p>
            <a:pPr algn="l">
              <a:defRPr sz="3000" b="1">
                <a:solidFill>
                  <a:srgbClr val="F7F7F5"/>
                </a:solidFill>
              </a:defRPr>
            </a:pPr>
            <a:r>
              <a:rPr sz="3000" b="1">
                <a:solidFill>
                  <a:srgbClr val="F7F7F5"/>
                </a:solidFill>
              </a:rPr>
              <a:t>Where machine learning fits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D180EE0-C87B-4337-95F6-68ABD3CEC5BB}"/>
              </a:ext>
            </a:extLst>
          </p:cNvPr>
          <p:cNvSpPr>
            <a:spLocks noGrp="1"/>
          </p:cNvSpPr>
          <p:nvPr/>
        </p:nvSpPr>
        <p:spPr>
          <a:xfrm>
            <a:off x="11125200" y="428625"/>
            <a:ext cx="419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 algn="r">
              <a:defRPr sz="1050" b="0">
                <a:solidFill>
                  <a:srgbClr val="777774"/>
                </a:solidFill>
              </a:defRPr>
            </a:defPPr>
            <a:lvl1pPr algn="r">
              <a:defRPr sz="1050" b="0">
                <a:solidFill>
                  <a:srgbClr val="777774"/>
                </a:solidFill>
              </a:defRPr>
            </a:lvl1pPr>
            <a:lvl2pPr algn="r">
              <a:defRPr sz="1050" b="0">
                <a:solidFill>
                  <a:srgbClr val="777774"/>
                </a:solidFill>
              </a:defRPr>
            </a:lvl2pPr>
            <a:lvl3pPr algn="r">
              <a:defRPr sz="1050" b="0">
                <a:solidFill>
                  <a:srgbClr val="777774"/>
                </a:solidFill>
              </a:defRPr>
            </a:lvl3pPr>
            <a:lvl4pPr algn="r">
              <a:defRPr sz="1050" b="0">
                <a:solidFill>
                  <a:srgbClr val="777774"/>
                </a:solidFill>
              </a:defRPr>
            </a:lvl4pPr>
            <a:lvl5pPr algn="r">
              <a:defRPr sz="1050" b="0">
                <a:solidFill>
                  <a:srgbClr val="777774"/>
                </a:solidFill>
              </a:defRPr>
            </a:lvl5pPr>
            <a:lvl6pPr algn="r">
              <a:defRPr sz="1050" b="0">
                <a:solidFill>
                  <a:srgbClr val="777774"/>
                </a:solidFill>
              </a:defRPr>
            </a:lvl6pPr>
            <a:lvl7pPr algn="r">
              <a:defRPr sz="1050" b="0">
                <a:solidFill>
                  <a:srgbClr val="777774"/>
                </a:solidFill>
              </a:defRPr>
            </a:lvl7pPr>
            <a:lvl8pPr algn="r">
              <a:defRPr sz="1050" b="0">
                <a:solidFill>
                  <a:srgbClr val="777774"/>
                </a:solidFill>
              </a:defRPr>
            </a:lvl8pPr>
            <a:lvl9pPr algn="r">
              <a:defRPr sz="1050" b="0">
                <a:solidFill>
                  <a:srgbClr val="777774"/>
                </a:solidFill>
              </a:defRPr>
            </a:lvl9pPr>
          </a:lstStyle>
          <a:p>
            <a:pPr algn="r">
              <a:defRPr sz="1050" b="0">
                <a:solidFill>
                  <a:srgbClr val="777774"/>
                </a:solidFill>
              </a:defRPr>
            </a:pPr>
            <a:r>
              <a:rPr sz="1050" b="0">
                <a:solidFill>
                  <a:srgbClr val="777774"/>
                </a:solidFill>
              </a:rPr>
              <a:t>06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4D958FD-41E3-49E3-A860-124E40B7928D}"/>
              </a:ext>
            </a:extLst>
          </p:cNvPr>
          <p:cNvSpPr>
            <a:spLocks noGrp="1"/>
          </p:cNvSpPr>
          <p:nvPr/>
        </p:nvSpPr>
        <p:spPr>
          <a:xfrm>
            <a:off x="704850" y="2095500"/>
            <a:ext cx="4762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 algn="l">
              <a:defRPr sz="2100" b="1">
                <a:solidFill>
                  <a:srgbClr val="F7F7F5"/>
                </a:solidFill>
              </a:defRPr>
            </a:defPPr>
            <a:lvl1pPr algn="l">
              <a:defRPr sz="2100" b="1">
                <a:solidFill>
                  <a:srgbClr val="F7F7F5"/>
                </a:solidFill>
              </a:defRPr>
            </a:lvl1pPr>
            <a:lvl2pPr algn="l">
              <a:defRPr sz="2100" b="1">
                <a:solidFill>
                  <a:srgbClr val="F7F7F5"/>
                </a:solidFill>
              </a:defRPr>
            </a:lvl2pPr>
            <a:lvl3pPr algn="l">
              <a:defRPr sz="2100" b="1">
                <a:solidFill>
                  <a:srgbClr val="F7F7F5"/>
                </a:solidFill>
              </a:defRPr>
            </a:lvl3pPr>
            <a:lvl4pPr algn="l">
              <a:defRPr sz="2100" b="1">
                <a:solidFill>
                  <a:srgbClr val="F7F7F5"/>
                </a:solidFill>
              </a:defRPr>
            </a:lvl4pPr>
            <a:lvl5pPr algn="l">
              <a:defRPr sz="2100" b="1">
                <a:solidFill>
                  <a:srgbClr val="F7F7F5"/>
                </a:solidFill>
              </a:defRPr>
            </a:lvl5pPr>
            <a:lvl6pPr algn="l">
              <a:defRPr sz="2100" b="1">
                <a:solidFill>
                  <a:srgbClr val="F7F7F5"/>
                </a:solidFill>
              </a:defRPr>
            </a:lvl6pPr>
            <a:lvl7pPr algn="l">
              <a:defRPr sz="2100" b="1">
                <a:solidFill>
                  <a:srgbClr val="F7F7F5"/>
                </a:solidFill>
              </a:defRPr>
            </a:lvl7pPr>
            <a:lvl8pPr algn="l">
              <a:defRPr sz="2100" b="1">
                <a:solidFill>
                  <a:srgbClr val="F7F7F5"/>
                </a:solidFill>
              </a:defRPr>
            </a:lvl8pPr>
            <a:lvl9pPr algn="l">
              <a:defRPr sz="2100" b="1">
                <a:solidFill>
                  <a:srgbClr val="F7F7F5"/>
                </a:solidFill>
              </a:defRPr>
            </a:lvl9pPr>
          </a:lstStyle>
          <a:p>
            <a:pPr algn="l">
              <a:defRPr sz="2100" b="1">
                <a:solidFill>
                  <a:srgbClr val="F7F7F5"/>
                </a:solidFill>
              </a:defRPr>
            </a:pPr>
            <a:r>
              <a:rPr sz="2100" b="1">
                <a:solidFill>
                  <a:srgbClr val="F7F7F5"/>
                </a:solidFill>
              </a:rPr>
              <a:t>Packet-window ML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289D0C6-F8CB-4564-9594-5CB0E255A9BC}"/>
              </a:ext>
            </a:extLst>
          </p:cNvPr>
          <p:cNvSpPr>
            <a:spLocks noGrp="1"/>
          </p:cNvSpPr>
          <p:nvPr/>
        </p:nvSpPr>
        <p:spPr>
          <a:xfrm>
            <a:off x="704850" y="2762250"/>
            <a:ext cx="4667250" cy="2238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 algn="l">
              <a:defRPr sz="1875" b="0">
                <a:solidFill>
                  <a:srgbClr val="B6B6B3"/>
                </a:solidFill>
              </a:defRPr>
            </a:defPPr>
            <a:lvl1pPr algn="l">
              <a:defRPr sz="1875" b="0">
                <a:solidFill>
                  <a:srgbClr val="B6B6B3"/>
                </a:solidFill>
              </a:defRPr>
            </a:lvl1pPr>
            <a:lvl2pPr algn="l">
              <a:defRPr sz="1875" b="0">
                <a:solidFill>
                  <a:srgbClr val="B6B6B3"/>
                </a:solidFill>
              </a:defRPr>
            </a:lvl2pPr>
            <a:lvl3pPr algn="l">
              <a:defRPr sz="1875" b="0">
                <a:solidFill>
                  <a:srgbClr val="B6B6B3"/>
                </a:solidFill>
              </a:defRPr>
            </a:lvl3pPr>
            <a:lvl4pPr algn="l">
              <a:defRPr sz="1875" b="0">
                <a:solidFill>
                  <a:srgbClr val="B6B6B3"/>
                </a:solidFill>
              </a:defRPr>
            </a:lvl4pPr>
            <a:lvl5pPr algn="l">
              <a:defRPr sz="1875" b="0">
                <a:solidFill>
                  <a:srgbClr val="B6B6B3"/>
                </a:solidFill>
              </a:defRPr>
            </a:lvl5pPr>
            <a:lvl6pPr algn="l">
              <a:defRPr sz="1875" b="0">
                <a:solidFill>
                  <a:srgbClr val="B6B6B3"/>
                </a:solidFill>
              </a:defRPr>
            </a:lvl6pPr>
            <a:lvl7pPr algn="l">
              <a:defRPr sz="1875" b="0">
                <a:solidFill>
                  <a:srgbClr val="B6B6B3"/>
                </a:solidFill>
              </a:defRPr>
            </a:lvl7pPr>
            <a:lvl8pPr algn="l">
              <a:defRPr sz="1875" b="0">
                <a:solidFill>
                  <a:srgbClr val="B6B6B3"/>
                </a:solidFill>
              </a:defRPr>
            </a:lvl8pPr>
            <a:lvl9pPr algn="l">
              <a:defRPr sz="1875" b="0">
                <a:solidFill>
                  <a:srgbClr val="B6B6B3"/>
                </a:solidFill>
              </a:defRPr>
            </a:lvl9pPr>
          </a:lstStyle>
          <a:p>
            <a:pPr algn="l">
              <a:defRPr sz="1875" b="0">
                <a:solidFill>
                  <a:srgbClr val="B6B6B3"/>
                </a:solidFill>
              </a:defRPr>
            </a:pPr>
            <a:r>
              <a:rPr sz="1875" b="0">
                <a:solidFill>
                  <a:srgbClr val="B6B6B3"/>
                </a:solidFill>
              </a:rPr>
              <a:t>A Random Forest uses the same 21 window features. The dashboard comparison is trained on generated examples to exercise the pipeline.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1E0F786-8BFE-4789-9259-59417506868F}"/>
              </a:ext>
            </a:extLst>
          </p:cNvPr>
          <p:cNvSpPr>
            <a:spLocks noGrp="1"/>
          </p:cNvSpPr>
          <p:nvPr/>
        </p:nvSpPr>
        <p:spPr>
          <a:xfrm>
            <a:off x="6391275" y="2095500"/>
            <a:ext cx="4762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 algn="l">
              <a:defRPr sz="2100" b="1">
                <a:solidFill>
                  <a:srgbClr val="F7F7F5"/>
                </a:solidFill>
              </a:defRPr>
            </a:defPPr>
            <a:lvl1pPr algn="l">
              <a:defRPr sz="2100" b="1">
                <a:solidFill>
                  <a:srgbClr val="F7F7F5"/>
                </a:solidFill>
              </a:defRPr>
            </a:lvl1pPr>
            <a:lvl2pPr algn="l">
              <a:defRPr sz="2100" b="1">
                <a:solidFill>
                  <a:srgbClr val="F7F7F5"/>
                </a:solidFill>
              </a:defRPr>
            </a:lvl2pPr>
            <a:lvl3pPr algn="l">
              <a:defRPr sz="2100" b="1">
                <a:solidFill>
                  <a:srgbClr val="F7F7F5"/>
                </a:solidFill>
              </a:defRPr>
            </a:lvl3pPr>
            <a:lvl4pPr algn="l">
              <a:defRPr sz="2100" b="1">
                <a:solidFill>
                  <a:srgbClr val="F7F7F5"/>
                </a:solidFill>
              </a:defRPr>
            </a:lvl4pPr>
            <a:lvl5pPr algn="l">
              <a:defRPr sz="2100" b="1">
                <a:solidFill>
                  <a:srgbClr val="F7F7F5"/>
                </a:solidFill>
              </a:defRPr>
            </a:lvl5pPr>
            <a:lvl6pPr algn="l">
              <a:defRPr sz="2100" b="1">
                <a:solidFill>
                  <a:srgbClr val="F7F7F5"/>
                </a:solidFill>
              </a:defRPr>
            </a:lvl6pPr>
            <a:lvl7pPr algn="l">
              <a:defRPr sz="2100" b="1">
                <a:solidFill>
                  <a:srgbClr val="F7F7F5"/>
                </a:solidFill>
              </a:defRPr>
            </a:lvl7pPr>
            <a:lvl8pPr algn="l">
              <a:defRPr sz="2100" b="1">
                <a:solidFill>
                  <a:srgbClr val="F7F7F5"/>
                </a:solidFill>
              </a:defRPr>
            </a:lvl8pPr>
            <a:lvl9pPr algn="l">
              <a:defRPr sz="2100" b="1">
                <a:solidFill>
                  <a:srgbClr val="F7F7F5"/>
                </a:solidFill>
              </a:defRPr>
            </a:lvl9pPr>
          </a:lstStyle>
          <a:p>
            <a:pPr algn="l">
              <a:defRPr sz="2100" b="1">
                <a:solidFill>
                  <a:srgbClr val="F7F7F5"/>
                </a:solidFill>
              </a:defRPr>
            </a:pPr>
            <a:r>
              <a:rPr sz="2100" b="1">
                <a:solidFill>
                  <a:srgbClr val="F7F7F5"/>
                </a:solidFill>
              </a:rPr>
              <a:t>Offline flow experiment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5E233C0-7AA6-4259-BC31-388EE5E8282D}"/>
              </a:ext>
            </a:extLst>
          </p:cNvPr>
          <p:cNvSpPr>
            <a:spLocks noGrp="1"/>
          </p:cNvSpPr>
          <p:nvPr/>
        </p:nvSpPr>
        <p:spPr>
          <a:xfrm>
            <a:off x="6391275" y="2762250"/>
            <a:ext cx="4667250" cy="2238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 algn="l">
              <a:defRPr sz="1875" b="0">
                <a:solidFill>
                  <a:srgbClr val="B6B6B3"/>
                </a:solidFill>
              </a:defRPr>
            </a:defPPr>
            <a:lvl1pPr algn="l">
              <a:defRPr sz="1875" b="0">
                <a:solidFill>
                  <a:srgbClr val="B6B6B3"/>
                </a:solidFill>
              </a:defRPr>
            </a:lvl1pPr>
            <a:lvl2pPr algn="l">
              <a:defRPr sz="1875" b="0">
                <a:solidFill>
                  <a:srgbClr val="B6B6B3"/>
                </a:solidFill>
              </a:defRPr>
            </a:lvl2pPr>
            <a:lvl3pPr algn="l">
              <a:defRPr sz="1875" b="0">
                <a:solidFill>
                  <a:srgbClr val="B6B6B3"/>
                </a:solidFill>
              </a:defRPr>
            </a:lvl3pPr>
            <a:lvl4pPr algn="l">
              <a:defRPr sz="1875" b="0">
                <a:solidFill>
                  <a:srgbClr val="B6B6B3"/>
                </a:solidFill>
              </a:defRPr>
            </a:lvl4pPr>
            <a:lvl5pPr algn="l">
              <a:defRPr sz="1875" b="0">
                <a:solidFill>
                  <a:srgbClr val="B6B6B3"/>
                </a:solidFill>
              </a:defRPr>
            </a:lvl5pPr>
            <a:lvl6pPr algn="l">
              <a:defRPr sz="1875" b="0">
                <a:solidFill>
                  <a:srgbClr val="B6B6B3"/>
                </a:solidFill>
              </a:defRPr>
            </a:lvl6pPr>
            <a:lvl7pPr algn="l">
              <a:defRPr sz="1875" b="0">
                <a:solidFill>
                  <a:srgbClr val="B6B6B3"/>
                </a:solidFill>
              </a:defRPr>
            </a:lvl7pPr>
            <a:lvl8pPr algn="l">
              <a:defRPr sz="1875" b="0">
                <a:solidFill>
                  <a:srgbClr val="B6B6B3"/>
                </a:solidFill>
              </a:defRPr>
            </a:lvl8pPr>
            <a:lvl9pPr algn="l">
              <a:defRPr sz="1875" b="0">
                <a:solidFill>
                  <a:srgbClr val="B6B6B3"/>
                </a:solidFill>
              </a:defRPr>
            </a:lvl9pPr>
          </a:lstStyle>
          <a:p>
            <a:pPr algn="l">
              <a:defRPr sz="1875" b="0">
                <a:solidFill>
                  <a:srgbClr val="B6B6B3"/>
                </a:solidFill>
              </a:defRPr>
            </a:pPr>
            <a:r>
              <a:rPr sz="1875" b="0">
                <a:solidFill>
                  <a:srgbClr val="B6B6B3"/>
                </a:solidFill>
              </a:rPr>
              <a:t>A separate Random Forest uses 21 CICFlowMeter flow statistics from labeled CSV files and tests transfer to other datasets.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93C8E61-3165-4899-8371-B641497D8DDF}"/>
              </a:ext>
            </a:extLst>
          </p:cNvPr>
          <p:cNvSpPr>
            <a:spLocks noGrp="1"/>
          </p:cNvSpPr>
          <p:nvPr/>
        </p:nvSpPr>
        <p:spPr>
          <a:xfrm>
            <a:off x="704850" y="5572125"/>
            <a:ext cx="10287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 algn="l">
              <a:defRPr sz="1800" b="1">
                <a:solidFill>
                  <a:srgbClr val="DE5A1D"/>
                </a:solidFill>
              </a:defRPr>
            </a:defPPr>
            <a:lvl1pPr algn="l">
              <a:defRPr sz="1800" b="1">
                <a:solidFill>
                  <a:srgbClr val="DE5A1D"/>
                </a:solidFill>
              </a:defRPr>
            </a:lvl1pPr>
            <a:lvl2pPr algn="l">
              <a:defRPr sz="1800" b="1">
                <a:solidFill>
                  <a:srgbClr val="DE5A1D"/>
                </a:solidFill>
              </a:defRPr>
            </a:lvl2pPr>
            <a:lvl3pPr algn="l">
              <a:defRPr sz="1800" b="1">
                <a:solidFill>
                  <a:srgbClr val="DE5A1D"/>
                </a:solidFill>
              </a:defRPr>
            </a:lvl3pPr>
            <a:lvl4pPr algn="l">
              <a:defRPr sz="1800" b="1">
                <a:solidFill>
                  <a:srgbClr val="DE5A1D"/>
                </a:solidFill>
              </a:defRPr>
            </a:lvl4pPr>
            <a:lvl5pPr algn="l">
              <a:defRPr sz="1800" b="1">
                <a:solidFill>
                  <a:srgbClr val="DE5A1D"/>
                </a:solidFill>
              </a:defRPr>
            </a:lvl5pPr>
            <a:lvl6pPr algn="l">
              <a:defRPr sz="1800" b="1">
                <a:solidFill>
                  <a:srgbClr val="DE5A1D"/>
                </a:solidFill>
              </a:defRPr>
            </a:lvl6pPr>
            <a:lvl7pPr algn="l">
              <a:defRPr sz="1800" b="1">
                <a:solidFill>
                  <a:srgbClr val="DE5A1D"/>
                </a:solidFill>
              </a:defRPr>
            </a:lvl7pPr>
            <a:lvl8pPr algn="l">
              <a:defRPr sz="1800" b="1">
                <a:solidFill>
                  <a:srgbClr val="DE5A1D"/>
                </a:solidFill>
              </a:defRPr>
            </a:lvl8pPr>
            <a:lvl9pPr algn="l">
              <a:defRPr sz="1800" b="1">
                <a:solidFill>
                  <a:srgbClr val="DE5A1D"/>
                </a:solidFill>
              </a:defRPr>
            </a:lvl9pPr>
          </a:lstStyle>
          <a:p>
            <a:pPr algn="l">
              <a:defRPr sz="1800" b="1">
                <a:solidFill>
                  <a:srgbClr val="DE5A1D"/>
                </a:solidFill>
              </a:defRPr>
            </a:pPr>
            <a:r>
              <a:rPr sz="1800" b="1">
                <a:solidFill>
                  <a:srgbClr val="DE5A1D"/>
                </a:solidFill>
              </a:rPr>
              <a:t>Different feature schemas prevent the flow model from being used in the live dashboard.</a:t>
            </a:r>
          </a:p>
        </p:txBody>
      </p:sp>
    </p:spTree>
    <p:extLst>
      <p:ext uri="{BB962C8B-B14F-4D97-AF65-F5344CB8AC3E}">
        <p14:creationId xmlns:p14="http://schemas.microsoft.com/office/powerpoint/2010/main" val="2561136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8BCD0001-3B6E-4C2E-B007-30CF6E96B5E0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7429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 algn="l">
              <a:defRPr sz="1125" b="1">
                <a:solidFill>
                  <a:srgbClr val="DE5A1D"/>
                </a:solidFill>
              </a:defRPr>
            </a:defPPr>
            <a:lvl1pPr algn="l">
              <a:defRPr sz="1125" b="1">
                <a:solidFill>
                  <a:srgbClr val="DE5A1D"/>
                </a:solidFill>
              </a:defRPr>
            </a:lvl1pPr>
            <a:lvl2pPr algn="l">
              <a:defRPr sz="1125" b="1">
                <a:solidFill>
                  <a:srgbClr val="DE5A1D"/>
                </a:solidFill>
              </a:defRPr>
            </a:lvl2pPr>
            <a:lvl3pPr algn="l">
              <a:defRPr sz="1125" b="1">
                <a:solidFill>
                  <a:srgbClr val="DE5A1D"/>
                </a:solidFill>
              </a:defRPr>
            </a:lvl3pPr>
            <a:lvl4pPr algn="l">
              <a:defRPr sz="1125" b="1">
                <a:solidFill>
                  <a:srgbClr val="DE5A1D"/>
                </a:solidFill>
              </a:defRPr>
            </a:lvl4pPr>
            <a:lvl5pPr algn="l">
              <a:defRPr sz="1125" b="1">
                <a:solidFill>
                  <a:srgbClr val="DE5A1D"/>
                </a:solidFill>
              </a:defRPr>
            </a:lvl5pPr>
            <a:lvl6pPr algn="l">
              <a:defRPr sz="1125" b="1">
                <a:solidFill>
                  <a:srgbClr val="DE5A1D"/>
                </a:solidFill>
              </a:defRPr>
            </a:lvl6pPr>
            <a:lvl7pPr algn="l">
              <a:defRPr sz="1125" b="1">
                <a:solidFill>
                  <a:srgbClr val="DE5A1D"/>
                </a:solidFill>
              </a:defRPr>
            </a:lvl7pPr>
            <a:lvl8pPr algn="l">
              <a:defRPr sz="1125" b="1">
                <a:solidFill>
                  <a:srgbClr val="DE5A1D"/>
                </a:solidFill>
              </a:defRPr>
            </a:lvl8pPr>
            <a:lvl9pPr algn="l">
              <a:defRPr sz="1125" b="1">
                <a:solidFill>
                  <a:srgbClr val="DE5A1D"/>
                </a:solidFill>
              </a:defRPr>
            </a:lvl9pPr>
          </a:lstStyle>
          <a:p>
            <a:pPr algn="l">
              <a:defRPr sz="1125" b="1">
                <a:solidFill>
                  <a:srgbClr val="DE5A1D"/>
                </a:solidFill>
              </a:defRPr>
            </a:pPr>
            <a:r>
              <a:rPr sz="1125" b="1">
                <a:solidFill>
                  <a:srgbClr val="DE5A1D"/>
                </a:solidFill>
              </a:rPr>
              <a:t>DATASETS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2E396D6-DA91-4C6D-911F-5994988CBF42}"/>
              </a:ext>
            </a:extLst>
          </p:cNvPr>
          <p:cNvSpPr>
            <a:spLocks noGrp="1"/>
          </p:cNvSpPr>
          <p:nvPr/>
        </p:nvSpPr>
        <p:spPr>
          <a:xfrm>
            <a:off x="666750" y="819150"/>
            <a:ext cx="10810875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 algn="l">
              <a:defRPr sz="3000" b="1">
                <a:solidFill>
                  <a:srgbClr val="F7F7F5"/>
                </a:solidFill>
              </a:defRPr>
            </a:defPPr>
            <a:lvl1pPr algn="l">
              <a:defRPr sz="3000" b="1">
                <a:solidFill>
                  <a:srgbClr val="F7F7F5"/>
                </a:solidFill>
              </a:defRPr>
            </a:lvl1pPr>
            <a:lvl2pPr algn="l">
              <a:defRPr sz="3000" b="1">
                <a:solidFill>
                  <a:srgbClr val="F7F7F5"/>
                </a:solidFill>
              </a:defRPr>
            </a:lvl2pPr>
            <a:lvl3pPr algn="l">
              <a:defRPr sz="3000" b="1">
                <a:solidFill>
                  <a:srgbClr val="F7F7F5"/>
                </a:solidFill>
              </a:defRPr>
            </a:lvl3pPr>
            <a:lvl4pPr algn="l">
              <a:defRPr sz="3000" b="1">
                <a:solidFill>
                  <a:srgbClr val="F7F7F5"/>
                </a:solidFill>
              </a:defRPr>
            </a:lvl4pPr>
            <a:lvl5pPr algn="l">
              <a:defRPr sz="3000" b="1">
                <a:solidFill>
                  <a:srgbClr val="F7F7F5"/>
                </a:solidFill>
              </a:defRPr>
            </a:lvl5pPr>
            <a:lvl6pPr algn="l">
              <a:defRPr sz="3000" b="1">
                <a:solidFill>
                  <a:srgbClr val="F7F7F5"/>
                </a:solidFill>
              </a:defRPr>
            </a:lvl6pPr>
            <a:lvl7pPr algn="l">
              <a:defRPr sz="3000" b="1">
                <a:solidFill>
                  <a:srgbClr val="F7F7F5"/>
                </a:solidFill>
              </a:defRPr>
            </a:lvl7pPr>
            <a:lvl8pPr algn="l">
              <a:defRPr sz="3000" b="1">
                <a:solidFill>
                  <a:srgbClr val="F7F7F5"/>
                </a:solidFill>
              </a:defRPr>
            </a:lvl8pPr>
            <a:lvl9pPr algn="l">
              <a:defRPr sz="3000" b="1">
                <a:solidFill>
                  <a:srgbClr val="F7F7F5"/>
                </a:solidFill>
              </a:defRPr>
            </a:lvl9pPr>
          </a:lstStyle>
          <a:p>
            <a:pPr algn="l">
              <a:defRPr sz="3000" b="1">
                <a:solidFill>
                  <a:srgbClr val="F7F7F5"/>
                </a:solidFill>
              </a:defRPr>
            </a:pPr>
            <a:r>
              <a:rPr sz="3000" b="1">
                <a:solidFill>
                  <a:srgbClr val="F7F7F5"/>
                </a:solidFill>
              </a:rPr>
              <a:t>Data used in this project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E0AFA10-DFAA-4529-A3DC-0FD44B814BFE}"/>
              </a:ext>
            </a:extLst>
          </p:cNvPr>
          <p:cNvSpPr>
            <a:spLocks noGrp="1"/>
          </p:cNvSpPr>
          <p:nvPr/>
        </p:nvSpPr>
        <p:spPr>
          <a:xfrm>
            <a:off x="11125200" y="428625"/>
            <a:ext cx="419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 algn="r">
              <a:defRPr sz="1050" b="0">
                <a:solidFill>
                  <a:srgbClr val="777774"/>
                </a:solidFill>
              </a:defRPr>
            </a:defPPr>
            <a:lvl1pPr algn="r">
              <a:defRPr sz="1050" b="0">
                <a:solidFill>
                  <a:srgbClr val="777774"/>
                </a:solidFill>
              </a:defRPr>
            </a:lvl1pPr>
            <a:lvl2pPr algn="r">
              <a:defRPr sz="1050" b="0">
                <a:solidFill>
                  <a:srgbClr val="777774"/>
                </a:solidFill>
              </a:defRPr>
            </a:lvl2pPr>
            <a:lvl3pPr algn="r">
              <a:defRPr sz="1050" b="0">
                <a:solidFill>
                  <a:srgbClr val="777774"/>
                </a:solidFill>
              </a:defRPr>
            </a:lvl3pPr>
            <a:lvl4pPr algn="r">
              <a:defRPr sz="1050" b="0">
                <a:solidFill>
                  <a:srgbClr val="777774"/>
                </a:solidFill>
              </a:defRPr>
            </a:lvl4pPr>
            <a:lvl5pPr algn="r">
              <a:defRPr sz="1050" b="0">
                <a:solidFill>
                  <a:srgbClr val="777774"/>
                </a:solidFill>
              </a:defRPr>
            </a:lvl5pPr>
            <a:lvl6pPr algn="r">
              <a:defRPr sz="1050" b="0">
                <a:solidFill>
                  <a:srgbClr val="777774"/>
                </a:solidFill>
              </a:defRPr>
            </a:lvl6pPr>
            <a:lvl7pPr algn="r">
              <a:defRPr sz="1050" b="0">
                <a:solidFill>
                  <a:srgbClr val="777774"/>
                </a:solidFill>
              </a:defRPr>
            </a:lvl7pPr>
            <a:lvl8pPr algn="r">
              <a:defRPr sz="1050" b="0">
                <a:solidFill>
                  <a:srgbClr val="777774"/>
                </a:solidFill>
              </a:defRPr>
            </a:lvl8pPr>
            <a:lvl9pPr algn="r">
              <a:defRPr sz="1050" b="0">
                <a:solidFill>
                  <a:srgbClr val="777774"/>
                </a:solidFill>
              </a:defRPr>
            </a:lvl9pPr>
          </a:lstStyle>
          <a:p>
            <a:pPr algn="r">
              <a:defRPr sz="1050" b="0">
                <a:solidFill>
                  <a:srgbClr val="777774"/>
                </a:solidFill>
              </a:defRPr>
            </a:pPr>
            <a:r>
              <a:rPr sz="1050" b="0">
                <a:solidFill>
                  <a:srgbClr val="777774"/>
                </a:solidFill>
              </a:rPr>
              <a:t>07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67835E4-0128-4ACA-9F43-9CBEC0863459}"/>
              </a:ext>
            </a:extLst>
          </p:cNvPr>
          <p:cNvSpPr>
            <a:spLocks noGrp="1"/>
          </p:cNvSpPr>
          <p:nvPr/>
        </p:nvSpPr>
        <p:spPr>
          <a:xfrm>
            <a:off x="685800" y="1895475"/>
            <a:ext cx="5905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 algn="l">
              <a:defRPr sz="1875" b="1">
                <a:solidFill>
                  <a:srgbClr val="DE5A1D"/>
                </a:solidFill>
              </a:defRPr>
            </a:defPPr>
            <a:lvl1pPr algn="l">
              <a:defRPr sz="1875" b="1">
                <a:solidFill>
                  <a:srgbClr val="DE5A1D"/>
                </a:solidFill>
              </a:defRPr>
            </a:lvl1pPr>
            <a:lvl2pPr algn="l">
              <a:defRPr sz="1875" b="1">
                <a:solidFill>
                  <a:srgbClr val="DE5A1D"/>
                </a:solidFill>
              </a:defRPr>
            </a:lvl2pPr>
            <a:lvl3pPr algn="l">
              <a:defRPr sz="1875" b="1">
                <a:solidFill>
                  <a:srgbClr val="DE5A1D"/>
                </a:solidFill>
              </a:defRPr>
            </a:lvl3pPr>
            <a:lvl4pPr algn="l">
              <a:defRPr sz="1875" b="1">
                <a:solidFill>
                  <a:srgbClr val="DE5A1D"/>
                </a:solidFill>
              </a:defRPr>
            </a:lvl4pPr>
            <a:lvl5pPr algn="l">
              <a:defRPr sz="1875" b="1">
                <a:solidFill>
                  <a:srgbClr val="DE5A1D"/>
                </a:solidFill>
              </a:defRPr>
            </a:lvl5pPr>
            <a:lvl6pPr algn="l">
              <a:defRPr sz="1875" b="1">
                <a:solidFill>
                  <a:srgbClr val="DE5A1D"/>
                </a:solidFill>
              </a:defRPr>
            </a:lvl6pPr>
            <a:lvl7pPr algn="l">
              <a:defRPr sz="1875" b="1">
                <a:solidFill>
                  <a:srgbClr val="DE5A1D"/>
                </a:solidFill>
              </a:defRPr>
            </a:lvl7pPr>
            <a:lvl8pPr algn="l">
              <a:defRPr sz="1875" b="1">
                <a:solidFill>
                  <a:srgbClr val="DE5A1D"/>
                </a:solidFill>
              </a:defRPr>
            </a:lvl8pPr>
            <a:lvl9pPr algn="l">
              <a:defRPr sz="1875" b="1">
                <a:solidFill>
                  <a:srgbClr val="DE5A1D"/>
                </a:solidFill>
              </a:defRPr>
            </a:lvl9pPr>
          </a:lstStyle>
          <a:p>
            <a:pPr algn="l">
              <a:defRPr sz="1875" b="1">
                <a:solidFill>
                  <a:srgbClr val="DE5A1D"/>
                </a:solidFill>
              </a:defRPr>
            </a:pPr>
            <a:r>
              <a:rPr sz="1875" b="1">
                <a:solidFill>
                  <a:srgbClr val="DE5A1D"/>
                </a:solidFill>
              </a:rPr>
              <a:t>01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0611F94-9934-40F3-B71B-BC43B1473887}"/>
              </a:ext>
            </a:extLst>
          </p:cNvPr>
          <p:cNvSpPr>
            <a:spLocks noGrp="1"/>
          </p:cNvSpPr>
          <p:nvPr/>
        </p:nvSpPr>
        <p:spPr>
          <a:xfrm>
            <a:off x="1400175" y="1895475"/>
            <a:ext cx="29146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 algn="l">
              <a:defRPr sz="1950" b="1">
                <a:solidFill>
                  <a:srgbClr val="F7F7F5"/>
                </a:solidFill>
              </a:defRPr>
            </a:defPPr>
            <a:lvl1pPr algn="l">
              <a:defRPr sz="1950" b="1">
                <a:solidFill>
                  <a:srgbClr val="F7F7F5"/>
                </a:solidFill>
              </a:defRPr>
            </a:lvl1pPr>
            <a:lvl2pPr algn="l">
              <a:defRPr sz="1950" b="1">
                <a:solidFill>
                  <a:srgbClr val="F7F7F5"/>
                </a:solidFill>
              </a:defRPr>
            </a:lvl2pPr>
            <a:lvl3pPr algn="l">
              <a:defRPr sz="1950" b="1">
                <a:solidFill>
                  <a:srgbClr val="F7F7F5"/>
                </a:solidFill>
              </a:defRPr>
            </a:lvl3pPr>
            <a:lvl4pPr algn="l">
              <a:defRPr sz="1950" b="1">
                <a:solidFill>
                  <a:srgbClr val="F7F7F5"/>
                </a:solidFill>
              </a:defRPr>
            </a:lvl4pPr>
            <a:lvl5pPr algn="l">
              <a:defRPr sz="1950" b="1">
                <a:solidFill>
                  <a:srgbClr val="F7F7F5"/>
                </a:solidFill>
              </a:defRPr>
            </a:lvl5pPr>
            <a:lvl6pPr algn="l">
              <a:defRPr sz="1950" b="1">
                <a:solidFill>
                  <a:srgbClr val="F7F7F5"/>
                </a:solidFill>
              </a:defRPr>
            </a:lvl6pPr>
            <a:lvl7pPr algn="l">
              <a:defRPr sz="1950" b="1">
                <a:solidFill>
                  <a:srgbClr val="F7F7F5"/>
                </a:solidFill>
              </a:defRPr>
            </a:lvl7pPr>
            <a:lvl8pPr algn="l">
              <a:defRPr sz="1950" b="1">
                <a:solidFill>
                  <a:srgbClr val="F7F7F5"/>
                </a:solidFill>
              </a:defRPr>
            </a:lvl8pPr>
            <a:lvl9pPr algn="l">
              <a:defRPr sz="1950" b="1">
                <a:solidFill>
                  <a:srgbClr val="F7F7F5"/>
                </a:solidFill>
              </a:defRPr>
            </a:lvl9pPr>
          </a:lstStyle>
          <a:p>
            <a:pPr algn="l">
              <a:defRPr sz="1950" b="1">
                <a:solidFill>
                  <a:srgbClr val="F7F7F5"/>
                </a:solidFill>
              </a:defRPr>
            </a:pPr>
            <a:r>
              <a:rPr sz="1950" b="1">
                <a:solidFill>
                  <a:srgbClr val="F7F7F5"/>
                </a:solidFill>
              </a:rPr>
              <a:t>CIC-DDoS2019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DE8E9AF-48E7-4C3F-B9F8-A66DC4084C56}"/>
              </a:ext>
            </a:extLst>
          </p:cNvPr>
          <p:cNvSpPr>
            <a:spLocks noGrp="1"/>
          </p:cNvSpPr>
          <p:nvPr/>
        </p:nvSpPr>
        <p:spPr>
          <a:xfrm>
            <a:off x="4486275" y="1914525"/>
            <a:ext cx="6753225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 algn="l">
              <a:defRPr sz="1575" b="0">
                <a:solidFill>
                  <a:srgbClr val="B6B6B3"/>
                </a:solidFill>
              </a:defRPr>
            </a:defPPr>
            <a:lvl1pPr algn="l">
              <a:defRPr sz="1575" b="0">
                <a:solidFill>
                  <a:srgbClr val="B6B6B3"/>
                </a:solidFill>
              </a:defRPr>
            </a:lvl1pPr>
            <a:lvl2pPr algn="l">
              <a:defRPr sz="1575" b="0">
                <a:solidFill>
                  <a:srgbClr val="B6B6B3"/>
                </a:solidFill>
              </a:defRPr>
            </a:lvl2pPr>
            <a:lvl3pPr algn="l">
              <a:defRPr sz="1575" b="0">
                <a:solidFill>
                  <a:srgbClr val="B6B6B3"/>
                </a:solidFill>
              </a:defRPr>
            </a:lvl3pPr>
            <a:lvl4pPr algn="l">
              <a:defRPr sz="1575" b="0">
                <a:solidFill>
                  <a:srgbClr val="B6B6B3"/>
                </a:solidFill>
              </a:defRPr>
            </a:lvl4pPr>
            <a:lvl5pPr algn="l">
              <a:defRPr sz="1575" b="0">
                <a:solidFill>
                  <a:srgbClr val="B6B6B3"/>
                </a:solidFill>
              </a:defRPr>
            </a:lvl5pPr>
            <a:lvl6pPr algn="l">
              <a:defRPr sz="1575" b="0">
                <a:solidFill>
                  <a:srgbClr val="B6B6B3"/>
                </a:solidFill>
              </a:defRPr>
            </a:lvl6pPr>
            <a:lvl7pPr algn="l">
              <a:defRPr sz="1575" b="0">
                <a:solidFill>
                  <a:srgbClr val="B6B6B3"/>
                </a:solidFill>
              </a:defRPr>
            </a:lvl7pPr>
            <a:lvl8pPr algn="l">
              <a:defRPr sz="1575" b="0">
                <a:solidFill>
                  <a:srgbClr val="B6B6B3"/>
                </a:solidFill>
              </a:defRPr>
            </a:lvl8pPr>
            <a:lvl9pPr algn="l">
              <a:defRPr sz="1575" b="0">
                <a:solidFill>
                  <a:srgbClr val="B6B6B3"/>
                </a:solidFill>
              </a:defRPr>
            </a:lvl9pPr>
          </a:lstStyle>
          <a:p>
            <a:pPr algn="l">
              <a:defRPr sz="1575" b="0">
                <a:solidFill>
                  <a:srgbClr val="B6B6B3"/>
                </a:solidFill>
              </a:defRPr>
            </a:pPr>
            <a:r>
              <a:rPr sz="1575" b="0">
                <a:solidFill>
                  <a:srgbClr val="B6B6B3"/>
                </a:solidFill>
              </a:rPr>
              <a:t>431,371 supplied flow rows for the first training experiment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D676E78-2097-4C78-8344-22C1232E7DC7}"/>
              </a:ext>
            </a:extLst>
          </p:cNvPr>
          <p:cNvSpPr>
            <a:spLocks noGrp="1"/>
          </p:cNvSpPr>
          <p:nvPr/>
        </p:nvSpPr>
        <p:spPr>
          <a:xfrm>
            <a:off x="685800" y="2819400"/>
            <a:ext cx="5905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 algn="l">
              <a:defRPr sz="1875" b="1">
                <a:solidFill>
                  <a:srgbClr val="DE5A1D"/>
                </a:solidFill>
              </a:defRPr>
            </a:defPPr>
            <a:lvl1pPr algn="l">
              <a:defRPr sz="1875" b="1">
                <a:solidFill>
                  <a:srgbClr val="DE5A1D"/>
                </a:solidFill>
              </a:defRPr>
            </a:lvl1pPr>
            <a:lvl2pPr algn="l">
              <a:defRPr sz="1875" b="1">
                <a:solidFill>
                  <a:srgbClr val="DE5A1D"/>
                </a:solidFill>
              </a:defRPr>
            </a:lvl2pPr>
            <a:lvl3pPr algn="l">
              <a:defRPr sz="1875" b="1">
                <a:solidFill>
                  <a:srgbClr val="DE5A1D"/>
                </a:solidFill>
              </a:defRPr>
            </a:lvl3pPr>
            <a:lvl4pPr algn="l">
              <a:defRPr sz="1875" b="1">
                <a:solidFill>
                  <a:srgbClr val="DE5A1D"/>
                </a:solidFill>
              </a:defRPr>
            </a:lvl4pPr>
            <a:lvl5pPr algn="l">
              <a:defRPr sz="1875" b="1">
                <a:solidFill>
                  <a:srgbClr val="DE5A1D"/>
                </a:solidFill>
              </a:defRPr>
            </a:lvl5pPr>
            <a:lvl6pPr algn="l">
              <a:defRPr sz="1875" b="1">
                <a:solidFill>
                  <a:srgbClr val="DE5A1D"/>
                </a:solidFill>
              </a:defRPr>
            </a:lvl6pPr>
            <a:lvl7pPr algn="l">
              <a:defRPr sz="1875" b="1">
                <a:solidFill>
                  <a:srgbClr val="DE5A1D"/>
                </a:solidFill>
              </a:defRPr>
            </a:lvl7pPr>
            <a:lvl8pPr algn="l">
              <a:defRPr sz="1875" b="1">
                <a:solidFill>
                  <a:srgbClr val="DE5A1D"/>
                </a:solidFill>
              </a:defRPr>
            </a:lvl8pPr>
            <a:lvl9pPr algn="l">
              <a:defRPr sz="1875" b="1">
                <a:solidFill>
                  <a:srgbClr val="DE5A1D"/>
                </a:solidFill>
              </a:defRPr>
            </a:lvl9pPr>
          </a:lstStyle>
          <a:p>
            <a:pPr algn="l">
              <a:defRPr sz="1875" b="1">
                <a:solidFill>
                  <a:srgbClr val="DE5A1D"/>
                </a:solidFill>
              </a:defRPr>
            </a:pPr>
            <a:r>
              <a:rPr sz="1875" b="1">
                <a:solidFill>
                  <a:srgbClr val="DE5A1D"/>
                </a:solidFill>
              </a:rPr>
              <a:t>02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1096675-E3BA-4A15-B468-CD3B4ACF324F}"/>
              </a:ext>
            </a:extLst>
          </p:cNvPr>
          <p:cNvSpPr>
            <a:spLocks noGrp="1"/>
          </p:cNvSpPr>
          <p:nvPr/>
        </p:nvSpPr>
        <p:spPr>
          <a:xfrm>
            <a:off x="1400175" y="2819400"/>
            <a:ext cx="29146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 algn="l">
              <a:defRPr sz="1950" b="1">
                <a:solidFill>
                  <a:srgbClr val="F7F7F5"/>
                </a:solidFill>
              </a:defRPr>
            </a:defPPr>
            <a:lvl1pPr algn="l">
              <a:defRPr sz="1950" b="1">
                <a:solidFill>
                  <a:srgbClr val="F7F7F5"/>
                </a:solidFill>
              </a:defRPr>
            </a:lvl1pPr>
            <a:lvl2pPr algn="l">
              <a:defRPr sz="1950" b="1">
                <a:solidFill>
                  <a:srgbClr val="F7F7F5"/>
                </a:solidFill>
              </a:defRPr>
            </a:lvl2pPr>
            <a:lvl3pPr algn="l">
              <a:defRPr sz="1950" b="1">
                <a:solidFill>
                  <a:srgbClr val="F7F7F5"/>
                </a:solidFill>
              </a:defRPr>
            </a:lvl3pPr>
            <a:lvl4pPr algn="l">
              <a:defRPr sz="1950" b="1">
                <a:solidFill>
                  <a:srgbClr val="F7F7F5"/>
                </a:solidFill>
              </a:defRPr>
            </a:lvl4pPr>
            <a:lvl5pPr algn="l">
              <a:defRPr sz="1950" b="1">
                <a:solidFill>
                  <a:srgbClr val="F7F7F5"/>
                </a:solidFill>
              </a:defRPr>
            </a:lvl5pPr>
            <a:lvl6pPr algn="l">
              <a:defRPr sz="1950" b="1">
                <a:solidFill>
                  <a:srgbClr val="F7F7F5"/>
                </a:solidFill>
              </a:defRPr>
            </a:lvl6pPr>
            <a:lvl7pPr algn="l">
              <a:defRPr sz="1950" b="1">
                <a:solidFill>
                  <a:srgbClr val="F7F7F5"/>
                </a:solidFill>
              </a:defRPr>
            </a:lvl7pPr>
            <a:lvl8pPr algn="l">
              <a:defRPr sz="1950" b="1">
                <a:solidFill>
                  <a:srgbClr val="F7F7F5"/>
                </a:solidFill>
              </a:defRPr>
            </a:lvl8pPr>
            <a:lvl9pPr algn="l">
              <a:defRPr sz="1950" b="1">
                <a:solidFill>
                  <a:srgbClr val="F7F7F5"/>
                </a:solidFill>
              </a:defRPr>
            </a:lvl9pPr>
          </a:lstStyle>
          <a:p>
            <a:pPr algn="l">
              <a:defRPr sz="1950" b="1">
                <a:solidFill>
                  <a:srgbClr val="F7F7F5"/>
                </a:solidFill>
              </a:defRPr>
            </a:pPr>
            <a:r>
              <a:rPr sz="1950" b="1">
                <a:solidFill>
                  <a:srgbClr val="F7F7F5"/>
                </a:solidFill>
              </a:rPr>
              <a:t>CIC-IDS2017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344BEF2-459B-4E22-8FA1-E74B834F171F}"/>
              </a:ext>
            </a:extLst>
          </p:cNvPr>
          <p:cNvSpPr>
            <a:spLocks noGrp="1"/>
          </p:cNvSpPr>
          <p:nvPr/>
        </p:nvSpPr>
        <p:spPr>
          <a:xfrm>
            <a:off x="4486275" y="2838450"/>
            <a:ext cx="6753225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 algn="l">
              <a:defRPr sz="1575" b="0">
                <a:solidFill>
                  <a:srgbClr val="B6B6B3"/>
                </a:solidFill>
              </a:defRPr>
            </a:defPPr>
            <a:lvl1pPr algn="l">
              <a:defRPr sz="1575" b="0">
                <a:solidFill>
                  <a:srgbClr val="B6B6B3"/>
                </a:solidFill>
              </a:defRPr>
            </a:lvl1pPr>
            <a:lvl2pPr algn="l">
              <a:defRPr sz="1575" b="0">
                <a:solidFill>
                  <a:srgbClr val="B6B6B3"/>
                </a:solidFill>
              </a:defRPr>
            </a:lvl2pPr>
            <a:lvl3pPr algn="l">
              <a:defRPr sz="1575" b="0">
                <a:solidFill>
                  <a:srgbClr val="B6B6B3"/>
                </a:solidFill>
              </a:defRPr>
            </a:lvl3pPr>
            <a:lvl4pPr algn="l">
              <a:defRPr sz="1575" b="0">
                <a:solidFill>
                  <a:srgbClr val="B6B6B3"/>
                </a:solidFill>
              </a:defRPr>
            </a:lvl4pPr>
            <a:lvl5pPr algn="l">
              <a:defRPr sz="1575" b="0">
                <a:solidFill>
                  <a:srgbClr val="B6B6B3"/>
                </a:solidFill>
              </a:defRPr>
            </a:lvl5pPr>
            <a:lvl6pPr algn="l">
              <a:defRPr sz="1575" b="0">
                <a:solidFill>
                  <a:srgbClr val="B6B6B3"/>
                </a:solidFill>
              </a:defRPr>
            </a:lvl6pPr>
            <a:lvl7pPr algn="l">
              <a:defRPr sz="1575" b="0">
                <a:solidFill>
                  <a:srgbClr val="B6B6B3"/>
                </a:solidFill>
              </a:defRPr>
            </a:lvl7pPr>
            <a:lvl8pPr algn="l">
              <a:defRPr sz="1575" b="0">
                <a:solidFill>
                  <a:srgbClr val="B6B6B3"/>
                </a:solidFill>
              </a:defRPr>
            </a:lvl8pPr>
            <a:lvl9pPr algn="l">
              <a:defRPr sz="1575" b="0">
                <a:solidFill>
                  <a:srgbClr val="B6B6B3"/>
                </a:solidFill>
              </a:defRPr>
            </a:lvl9pPr>
          </a:lstStyle>
          <a:p>
            <a:pPr algn="l">
              <a:defRPr sz="1575" b="0">
                <a:solidFill>
                  <a:srgbClr val="B6B6B3"/>
                </a:solidFill>
              </a:defRPr>
            </a:pPr>
            <a:r>
              <a:rPr sz="1575" b="0">
                <a:solidFill>
                  <a:srgbClr val="B6B6B3"/>
                </a:solidFill>
              </a:rPr>
              <a:t>Friday flow CSV: 225,745 labeled rows for external evaluation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DC90D59-6B3F-49ED-8D87-35E45C2E8E41}"/>
              </a:ext>
            </a:extLst>
          </p:cNvPr>
          <p:cNvSpPr>
            <a:spLocks noGrp="1"/>
          </p:cNvSpPr>
          <p:nvPr/>
        </p:nvSpPr>
        <p:spPr>
          <a:xfrm>
            <a:off x="685800" y="3743325"/>
            <a:ext cx="5905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 algn="l">
              <a:defRPr sz="1875" b="1">
                <a:solidFill>
                  <a:srgbClr val="DE5A1D"/>
                </a:solidFill>
              </a:defRPr>
            </a:defPPr>
            <a:lvl1pPr algn="l">
              <a:defRPr sz="1875" b="1">
                <a:solidFill>
                  <a:srgbClr val="DE5A1D"/>
                </a:solidFill>
              </a:defRPr>
            </a:lvl1pPr>
            <a:lvl2pPr algn="l">
              <a:defRPr sz="1875" b="1">
                <a:solidFill>
                  <a:srgbClr val="DE5A1D"/>
                </a:solidFill>
              </a:defRPr>
            </a:lvl2pPr>
            <a:lvl3pPr algn="l">
              <a:defRPr sz="1875" b="1">
                <a:solidFill>
                  <a:srgbClr val="DE5A1D"/>
                </a:solidFill>
              </a:defRPr>
            </a:lvl3pPr>
            <a:lvl4pPr algn="l">
              <a:defRPr sz="1875" b="1">
                <a:solidFill>
                  <a:srgbClr val="DE5A1D"/>
                </a:solidFill>
              </a:defRPr>
            </a:lvl4pPr>
            <a:lvl5pPr algn="l">
              <a:defRPr sz="1875" b="1">
                <a:solidFill>
                  <a:srgbClr val="DE5A1D"/>
                </a:solidFill>
              </a:defRPr>
            </a:lvl5pPr>
            <a:lvl6pPr algn="l">
              <a:defRPr sz="1875" b="1">
                <a:solidFill>
                  <a:srgbClr val="DE5A1D"/>
                </a:solidFill>
              </a:defRPr>
            </a:lvl6pPr>
            <a:lvl7pPr algn="l">
              <a:defRPr sz="1875" b="1">
                <a:solidFill>
                  <a:srgbClr val="DE5A1D"/>
                </a:solidFill>
              </a:defRPr>
            </a:lvl7pPr>
            <a:lvl8pPr algn="l">
              <a:defRPr sz="1875" b="1">
                <a:solidFill>
                  <a:srgbClr val="DE5A1D"/>
                </a:solidFill>
              </a:defRPr>
            </a:lvl8pPr>
            <a:lvl9pPr algn="l">
              <a:defRPr sz="1875" b="1">
                <a:solidFill>
                  <a:srgbClr val="DE5A1D"/>
                </a:solidFill>
              </a:defRPr>
            </a:lvl9pPr>
          </a:lstStyle>
          <a:p>
            <a:pPr algn="l">
              <a:defRPr sz="1875" b="1">
                <a:solidFill>
                  <a:srgbClr val="DE5A1D"/>
                </a:solidFill>
              </a:defRPr>
            </a:pPr>
            <a:r>
              <a:rPr sz="1875" b="1">
                <a:solidFill>
                  <a:srgbClr val="DE5A1D"/>
                </a:solidFill>
              </a:rPr>
              <a:t>03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1B79BC5-172D-47FA-A072-9D4819A76FF9}"/>
              </a:ext>
            </a:extLst>
          </p:cNvPr>
          <p:cNvSpPr>
            <a:spLocks noGrp="1"/>
          </p:cNvSpPr>
          <p:nvPr/>
        </p:nvSpPr>
        <p:spPr>
          <a:xfrm>
            <a:off x="1400175" y="3743325"/>
            <a:ext cx="29146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 algn="l">
              <a:defRPr sz="1950" b="1">
                <a:solidFill>
                  <a:srgbClr val="F7F7F5"/>
                </a:solidFill>
              </a:defRPr>
            </a:defPPr>
            <a:lvl1pPr algn="l">
              <a:defRPr sz="1950" b="1">
                <a:solidFill>
                  <a:srgbClr val="F7F7F5"/>
                </a:solidFill>
              </a:defRPr>
            </a:lvl1pPr>
            <a:lvl2pPr algn="l">
              <a:defRPr sz="1950" b="1">
                <a:solidFill>
                  <a:srgbClr val="F7F7F5"/>
                </a:solidFill>
              </a:defRPr>
            </a:lvl2pPr>
            <a:lvl3pPr algn="l">
              <a:defRPr sz="1950" b="1">
                <a:solidFill>
                  <a:srgbClr val="F7F7F5"/>
                </a:solidFill>
              </a:defRPr>
            </a:lvl3pPr>
            <a:lvl4pPr algn="l">
              <a:defRPr sz="1950" b="1">
                <a:solidFill>
                  <a:srgbClr val="F7F7F5"/>
                </a:solidFill>
              </a:defRPr>
            </a:lvl4pPr>
            <a:lvl5pPr algn="l">
              <a:defRPr sz="1950" b="1">
                <a:solidFill>
                  <a:srgbClr val="F7F7F5"/>
                </a:solidFill>
              </a:defRPr>
            </a:lvl5pPr>
            <a:lvl6pPr algn="l">
              <a:defRPr sz="1950" b="1">
                <a:solidFill>
                  <a:srgbClr val="F7F7F5"/>
                </a:solidFill>
              </a:defRPr>
            </a:lvl6pPr>
            <a:lvl7pPr algn="l">
              <a:defRPr sz="1950" b="1">
                <a:solidFill>
                  <a:srgbClr val="F7F7F5"/>
                </a:solidFill>
              </a:defRPr>
            </a:lvl7pPr>
            <a:lvl8pPr algn="l">
              <a:defRPr sz="1950" b="1">
                <a:solidFill>
                  <a:srgbClr val="F7F7F5"/>
                </a:solidFill>
              </a:defRPr>
            </a:lvl8pPr>
            <a:lvl9pPr algn="l">
              <a:defRPr sz="1950" b="1">
                <a:solidFill>
                  <a:srgbClr val="F7F7F5"/>
                </a:solidFill>
              </a:defRPr>
            </a:lvl9pPr>
          </a:lstStyle>
          <a:p>
            <a:pPr algn="l">
              <a:defRPr sz="1950" b="1">
                <a:solidFill>
                  <a:srgbClr val="F7F7F5"/>
                </a:solidFill>
              </a:defRPr>
            </a:pPr>
            <a:r>
              <a:rPr sz="1950" b="1">
                <a:solidFill>
                  <a:srgbClr val="F7F7F5"/>
                </a:solidFill>
              </a:rPr>
              <a:t>CSE-CIC-IDS2018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918EF6F-3670-4ECE-AB4E-D783917F034C}"/>
              </a:ext>
            </a:extLst>
          </p:cNvPr>
          <p:cNvSpPr>
            <a:spLocks noGrp="1"/>
          </p:cNvSpPr>
          <p:nvPr/>
        </p:nvSpPr>
        <p:spPr>
          <a:xfrm>
            <a:off x="4486275" y="3762375"/>
            <a:ext cx="6753225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 algn="l">
              <a:defRPr sz="1575" b="0">
                <a:solidFill>
                  <a:srgbClr val="B6B6B3"/>
                </a:solidFill>
              </a:defRPr>
            </a:defPPr>
            <a:lvl1pPr algn="l">
              <a:defRPr sz="1575" b="0">
                <a:solidFill>
                  <a:srgbClr val="B6B6B3"/>
                </a:solidFill>
              </a:defRPr>
            </a:lvl1pPr>
            <a:lvl2pPr algn="l">
              <a:defRPr sz="1575" b="0">
                <a:solidFill>
                  <a:srgbClr val="B6B6B3"/>
                </a:solidFill>
              </a:defRPr>
            </a:lvl2pPr>
            <a:lvl3pPr algn="l">
              <a:defRPr sz="1575" b="0">
                <a:solidFill>
                  <a:srgbClr val="B6B6B3"/>
                </a:solidFill>
              </a:defRPr>
            </a:lvl3pPr>
            <a:lvl4pPr algn="l">
              <a:defRPr sz="1575" b="0">
                <a:solidFill>
                  <a:srgbClr val="B6B6B3"/>
                </a:solidFill>
              </a:defRPr>
            </a:lvl4pPr>
            <a:lvl5pPr algn="l">
              <a:defRPr sz="1575" b="0">
                <a:solidFill>
                  <a:srgbClr val="B6B6B3"/>
                </a:solidFill>
              </a:defRPr>
            </a:lvl5pPr>
            <a:lvl6pPr algn="l">
              <a:defRPr sz="1575" b="0">
                <a:solidFill>
                  <a:srgbClr val="B6B6B3"/>
                </a:solidFill>
              </a:defRPr>
            </a:lvl6pPr>
            <a:lvl7pPr algn="l">
              <a:defRPr sz="1575" b="0">
                <a:solidFill>
                  <a:srgbClr val="B6B6B3"/>
                </a:solidFill>
              </a:defRPr>
            </a:lvl7pPr>
            <a:lvl8pPr algn="l">
              <a:defRPr sz="1575" b="0">
                <a:solidFill>
                  <a:srgbClr val="B6B6B3"/>
                </a:solidFill>
              </a:defRPr>
            </a:lvl8pPr>
            <a:lvl9pPr algn="l">
              <a:defRPr sz="1575" b="0">
                <a:solidFill>
                  <a:srgbClr val="B6B6B3"/>
                </a:solidFill>
              </a:defRPr>
            </a:lvl9pPr>
          </a:lstStyle>
          <a:p>
            <a:pPr algn="l">
              <a:defRPr sz="1575" b="0">
                <a:solidFill>
                  <a:srgbClr val="B6B6B3"/>
                </a:solidFill>
              </a:defRPr>
            </a:pPr>
            <a:r>
              <a:rPr sz="1575" b="0">
                <a:solidFill>
                  <a:srgbClr val="B6B6B3"/>
                </a:solidFill>
              </a:rPr>
              <a:t>A separate 2018 flow file for a second transfer check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83F7E85-A3F2-4C02-BC88-F228377512C7}"/>
              </a:ext>
            </a:extLst>
          </p:cNvPr>
          <p:cNvSpPr>
            <a:spLocks noGrp="1"/>
          </p:cNvSpPr>
          <p:nvPr/>
        </p:nvSpPr>
        <p:spPr>
          <a:xfrm>
            <a:off x="685800" y="4667250"/>
            <a:ext cx="5905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 algn="l">
              <a:defRPr sz="1875" b="1">
                <a:solidFill>
                  <a:srgbClr val="DE5A1D"/>
                </a:solidFill>
              </a:defRPr>
            </a:defPPr>
            <a:lvl1pPr algn="l">
              <a:defRPr sz="1875" b="1">
                <a:solidFill>
                  <a:srgbClr val="DE5A1D"/>
                </a:solidFill>
              </a:defRPr>
            </a:lvl1pPr>
            <a:lvl2pPr algn="l">
              <a:defRPr sz="1875" b="1">
                <a:solidFill>
                  <a:srgbClr val="DE5A1D"/>
                </a:solidFill>
              </a:defRPr>
            </a:lvl2pPr>
            <a:lvl3pPr algn="l">
              <a:defRPr sz="1875" b="1">
                <a:solidFill>
                  <a:srgbClr val="DE5A1D"/>
                </a:solidFill>
              </a:defRPr>
            </a:lvl3pPr>
            <a:lvl4pPr algn="l">
              <a:defRPr sz="1875" b="1">
                <a:solidFill>
                  <a:srgbClr val="DE5A1D"/>
                </a:solidFill>
              </a:defRPr>
            </a:lvl4pPr>
            <a:lvl5pPr algn="l">
              <a:defRPr sz="1875" b="1">
                <a:solidFill>
                  <a:srgbClr val="DE5A1D"/>
                </a:solidFill>
              </a:defRPr>
            </a:lvl5pPr>
            <a:lvl6pPr algn="l">
              <a:defRPr sz="1875" b="1">
                <a:solidFill>
                  <a:srgbClr val="DE5A1D"/>
                </a:solidFill>
              </a:defRPr>
            </a:lvl6pPr>
            <a:lvl7pPr algn="l">
              <a:defRPr sz="1875" b="1">
                <a:solidFill>
                  <a:srgbClr val="DE5A1D"/>
                </a:solidFill>
              </a:defRPr>
            </a:lvl7pPr>
            <a:lvl8pPr algn="l">
              <a:defRPr sz="1875" b="1">
                <a:solidFill>
                  <a:srgbClr val="DE5A1D"/>
                </a:solidFill>
              </a:defRPr>
            </a:lvl8pPr>
            <a:lvl9pPr algn="l">
              <a:defRPr sz="1875" b="1">
                <a:solidFill>
                  <a:srgbClr val="DE5A1D"/>
                </a:solidFill>
              </a:defRPr>
            </a:lvl9pPr>
          </a:lstStyle>
          <a:p>
            <a:pPr algn="l">
              <a:defRPr sz="1875" b="1">
                <a:solidFill>
                  <a:srgbClr val="DE5A1D"/>
                </a:solidFill>
              </a:defRPr>
            </a:pPr>
            <a:r>
              <a:rPr sz="1875" b="1">
                <a:solidFill>
                  <a:srgbClr val="DE5A1D"/>
                </a:solidFill>
              </a:rPr>
              <a:t>04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661440A-4E16-4616-8D25-F4B09E547889}"/>
              </a:ext>
            </a:extLst>
          </p:cNvPr>
          <p:cNvSpPr>
            <a:spLocks noGrp="1"/>
          </p:cNvSpPr>
          <p:nvPr/>
        </p:nvSpPr>
        <p:spPr>
          <a:xfrm>
            <a:off x="1400175" y="4667250"/>
            <a:ext cx="29146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 algn="l">
              <a:defRPr sz="1950" b="1">
                <a:solidFill>
                  <a:srgbClr val="F7F7F5"/>
                </a:solidFill>
              </a:defRPr>
            </a:defPPr>
            <a:lvl1pPr algn="l">
              <a:defRPr sz="1950" b="1">
                <a:solidFill>
                  <a:srgbClr val="F7F7F5"/>
                </a:solidFill>
              </a:defRPr>
            </a:lvl1pPr>
            <a:lvl2pPr algn="l">
              <a:defRPr sz="1950" b="1">
                <a:solidFill>
                  <a:srgbClr val="F7F7F5"/>
                </a:solidFill>
              </a:defRPr>
            </a:lvl2pPr>
            <a:lvl3pPr algn="l">
              <a:defRPr sz="1950" b="1">
                <a:solidFill>
                  <a:srgbClr val="F7F7F5"/>
                </a:solidFill>
              </a:defRPr>
            </a:lvl3pPr>
            <a:lvl4pPr algn="l">
              <a:defRPr sz="1950" b="1">
                <a:solidFill>
                  <a:srgbClr val="F7F7F5"/>
                </a:solidFill>
              </a:defRPr>
            </a:lvl4pPr>
            <a:lvl5pPr algn="l">
              <a:defRPr sz="1950" b="1">
                <a:solidFill>
                  <a:srgbClr val="F7F7F5"/>
                </a:solidFill>
              </a:defRPr>
            </a:lvl5pPr>
            <a:lvl6pPr algn="l">
              <a:defRPr sz="1950" b="1">
                <a:solidFill>
                  <a:srgbClr val="F7F7F5"/>
                </a:solidFill>
              </a:defRPr>
            </a:lvl6pPr>
            <a:lvl7pPr algn="l">
              <a:defRPr sz="1950" b="1">
                <a:solidFill>
                  <a:srgbClr val="F7F7F5"/>
                </a:solidFill>
              </a:defRPr>
            </a:lvl7pPr>
            <a:lvl8pPr algn="l">
              <a:defRPr sz="1950" b="1">
                <a:solidFill>
                  <a:srgbClr val="F7F7F5"/>
                </a:solidFill>
              </a:defRPr>
            </a:lvl8pPr>
            <a:lvl9pPr algn="l">
              <a:defRPr sz="1950" b="1">
                <a:solidFill>
                  <a:srgbClr val="F7F7F5"/>
                </a:solidFill>
              </a:defRPr>
            </a:lvl9pPr>
          </a:lstStyle>
          <a:p>
            <a:pPr algn="l">
              <a:defRPr sz="1950" b="1">
                <a:solidFill>
                  <a:srgbClr val="F7F7F5"/>
                </a:solidFill>
              </a:defRPr>
            </a:pPr>
            <a:r>
              <a:rPr sz="1950" b="1">
                <a:solidFill>
                  <a:srgbClr val="F7F7F5"/>
                </a:solidFill>
              </a:rPr>
              <a:t>LUCID PCAPs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76DEC20-14D6-4A69-8660-4E4C965FBE36}"/>
              </a:ext>
            </a:extLst>
          </p:cNvPr>
          <p:cNvSpPr>
            <a:spLocks noGrp="1"/>
          </p:cNvSpPr>
          <p:nvPr/>
        </p:nvSpPr>
        <p:spPr>
          <a:xfrm>
            <a:off x="4486275" y="4686300"/>
            <a:ext cx="6753225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 algn="l">
              <a:defRPr sz="1575" b="0">
                <a:solidFill>
                  <a:srgbClr val="B6B6B3"/>
                </a:solidFill>
              </a:defRPr>
            </a:defPPr>
            <a:lvl1pPr algn="l">
              <a:defRPr sz="1575" b="0">
                <a:solidFill>
                  <a:srgbClr val="B6B6B3"/>
                </a:solidFill>
              </a:defRPr>
            </a:lvl1pPr>
            <a:lvl2pPr algn="l">
              <a:defRPr sz="1575" b="0">
                <a:solidFill>
                  <a:srgbClr val="B6B6B3"/>
                </a:solidFill>
              </a:defRPr>
            </a:lvl2pPr>
            <a:lvl3pPr algn="l">
              <a:defRPr sz="1575" b="0">
                <a:solidFill>
                  <a:srgbClr val="B6B6B3"/>
                </a:solidFill>
              </a:defRPr>
            </a:lvl3pPr>
            <a:lvl4pPr algn="l">
              <a:defRPr sz="1575" b="0">
                <a:solidFill>
                  <a:srgbClr val="B6B6B3"/>
                </a:solidFill>
              </a:defRPr>
            </a:lvl4pPr>
            <a:lvl5pPr algn="l">
              <a:defRPr sz="1575" b="0">
                <a:solidFill>
                  <a:srgbClr val="B6B6B3"/>
                </a:solidFill>
              </a:defRPr>
            </a:lvl5pPr>
            <a:lvl6pPr algn="l">
              <a:defRPr sz="1575" b="0">
                <a:solidFill>
                  <a:srgbClr val="B6B6B3"/>
                </a:solidFill>
              </a:defRPr>
            </a:lvl6pPr>
            <a:lvl7pPr algn="l">
              <a:defRPr sz="1575" b="0">
                <a:solidFill>
                  <a:srgbClr val="B6B6B3"/>
                </a:solidFill>
              </a:defRPr>
            </a:lvl7pPr>
            <a:lvl8pPr algn="l">
              <a:defRPr sz="1575" b="0">
                <a:solidFill>
                  <a:srgbClr val="B6B6B3"/>
                </a:solidFill>
              </a:defRPr>
            </a:lvl8pPr>
            <a:lvl9pPr algn="l">
              <a:defRPr sz="1575" b="0">
                <a:solidFill>
                  <a:srgbClr val="B6B6B3"/>
                </a:solidFill>
              </a:defRPr>
            </a:lvl9pPr>
          </a:lstStyle>
          <a:p>
            <a:pPr algn="l">
              <a:defRPr sz="1575" b="0">
                <a:solidFill>
                  <a:srgbClr val="B6B6B3"/>
                </a:solidFill>
              </a:defRPr>
            </a:pPr>
            <a:r>
              <a:rPr sz="1575" b="0">
                <a:solidFill>
                  <a:srgbClr val="B6B6B3"/>
                </a:solidFill>
              </a:rPr>
              <a:t>Five packet-capture excerpts for window extraction; benign capture count is too small for a valid holdout</a:t>
            </a:r>
          </a:p>
        </p:txBody>
      </p:sp>
    </p:spTree>
    <p:extLst>
      <p:ext uri="{BB962C8B-B14F-4D97-AF65-F5344CB8AC3E}">
        <p14:creationId xmlns:p14="http://schemas.microsoft.com/office/powerpoint/2010/main" val="19900887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BEF94F4C-837E-4165-A2D4-787F820AFC25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7429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 algn="l">
              <a:defRPr sz="1125" b="1">
                <a:solidFill>
                  <a:srgbClr val="DE5A1D"/>
                </a:solidFill>
              </a:defRPr>
            </a:defPPr>
            <a:lvl1pPr algn="l">
              <a:defRPr sz="1125" b="1">
                <a:solidFill>
                  <a:srgbClr val="DE5A1D"/>
                </a:solidFill>
              </a:defRPr>
            </a:lvl1pPr>
            <a:lvl2pPr algn="l">
              <a:defRPr sz="1125" b="1">
                <a:solidFill>
                  <a:srgbClr val="DE5A1D"/>
                </a:solidFill>
              </a:defRPr>
            </a:lvl2pPr>
            <a:lvl3pPr algn="l">
              <a:defRPr sz="1125" b="1">
                <a:solidFill>
                  <a:srgbClr val="DE5A1D"/>
                </a:solidFill>
              </a:defRPr>
            </a:lvl3pPr>
            <a:lvl4pPr algn="l">
              <a:defRPr sz="1125" b="1">
                <a:solidFill>
                  <a:srgbClr val="DE5A1D"/>
                </a:solidFill>
              </a:defRPr>
            </a:lvl4pPr>
            <a:lvl5pPr algn="l">
              <a:defRPr sz="1125" b="1">
                <a:solidFill>
                  <a:srgbClr val="DE5A1D"/>
                </a:solidFill>
              </a:defRPr>
            </a:lvl5pPr>
            <a:lvl6pPr algn="l">
              <a:defRPr sz="1125" b="1">
                <a:solidFill>
                  <a:srgbClr val="DE5A1D"/>
                </a:solidFill>
              </a:defRPr>
            </a:lvl6pPr>
            <a:lvl7pPr algn="l">
              <a:defRPr sz="1125" b="1">
                <a:solidFill>
                  <a:srgbClr val="DE5A1D"/>
                </a:solidFill>
              </a:defRPr>
            </a:lvl7pPr>
            <a:lvl8pPr algn="l">
              <a:defRPr sz="1125" b="1">
                <a:solidFill>
                  <a:srgbClr val="DE5A1D"/>
                </a:solidFill>
              </a:defRPr>
            </a:lvl8pPr>
            <a:lvl9pPr algn="l">
              <a:defRPr sz="1125" b="1">
                <a:solidFill>
                  <a:srgbClr val="DE5A1D"/>
                </a:solidFill>
              </a:defRPr>
            </a:lvl9pPr>
          </a:lstStyle>
          <a:p>
            <a:pPr algn="l">
              <a:defRPr sz="1125" b="1">
                <a:solidFill>
                  <a:srgbClr val="DE5A1D"/>
                </a:solidFill>
              </a:defRPr>
            </a:pPr>
            <a:r>
              <a:rPr sz="1125" b="1">
                <a:solidFill>
                  <a:srgbClr val="DE5A1D"/>
                </a:solidFill>
              </a:rPr>
              <a:t>EVALUATION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D7A4F82-9F83-445E-BD61-01DBE7195EA5}"/>
              </a:ext>
            </a:extLst>
          </p:cNvPr>
          <p:cNvSpPr>
            <a:spLocks noGrp="1"/>
          </p:cNvSpPr>
          <p:nvPr/>
        </p:nvSpPr>
        <p:spPr>
          <a:xfrm>
            <a:off x="666750" y="819150"/>
            <a:ext cx="10810875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 algn="l">
              <a:defRPr sz="3000" b="1">
                <a:solidFill>
                  <a:srgbClr val="F7F7F5"/>
                </a:solidFill>
              </a:defRPr>
            </a:defPPr>
            <a:lvl1pPr algn="l">
              <a:defRPr sz="3000" b="1">
                <a:solidFill>
                  <a:srgbClr val="F7F7F5"/>
                </a:solidFill>
              </a:defRPr>
            </a:lvl1pPr>
            <a:lvl2pPr algn="l">
              <a:defRPr sz="3000" b="1">
                <a:solidFill>
                  <a:srgbClr val="F7F7F5"/>
                </a:solidFill>
              </a:defRPr>
            </a:lvl2pPr>
            <a:lvl3pPr algn="l">
              <a:defRPr sz="3000" b="1">
                <a:solidFill>
                  <a:srgbClr val="F7F7F5"/>
                </a:solidFill>
              </a:defRPr>
            </a:lvl3pPr>
            <a:lvl4pPr algn="l">
              <a:defRPr sz="3000" b="1">
                <a:solidFill>
                  <a:srgbClr val="F7F7F5"/>
                </a:solidFill>
              </a:defRPr>
            </a:lvl4pPr>
            <a:lvl5pPr algn="l">
              <a:defRPr sz="3000" b="1">
                <a:solidFill>
                  <a:srgbClr val="F7F7F5"/>
                </a:solidFill>
              </a:defRPr>
            </a:lvl5pPr>
            <a:lvl6pPr algn="l">
              <a:defRPr sz="3000" b="1">
                <a:solidFill>
                  <a:srgbClr val="F7F7F5"/>
                </a:solidFill>
              </a:defRPr>
            </a:lvl6pPr>
            <a:lvl7pPr algn="l">
              <a:defRPr sz="3000" b="1">
                <a:solidFill>
                  <a:srgbClr val="F7F7F5"/>
                </a:solidFill>
              </a:defRPr>
            </a:lvl7pPr>
            <a:lvl8pPr algn="l">
              <a:defRPr sz="3000" b="1">
                <a:solidFill>
                  <a:srgbClr val="F7F7F5"/>
                </a:solidFill>
              </a:defRPr>
            </a:lvl8pPr>
            <a:lvl9pPr algn="l">
              <a:defRPr sz="3000" b="1">
                <a:solidFill>
                  <a:srgbClr val="F7F7F5"/>
                </a:solidFill>
              </a:defRPr>
            </a:lvl9pPr>
          </a:lstStyle>
          <a:p>
            <a:pPr algn="l">
              <a:defRPr sz="3000" b="1">
                <a:solidFill>
                  <a:srgbClr val="F7F7F5"/>
                </a:solidFill>
              </a:defRPr>
            </a:pPr>
            <a:r>
              <a:rPr sz="3000" b="1">
                <a:solidFill>
                  <a:srgbClr val="F7F7F5"/>
                </a:solidFill>
              </a:rPr>
              <a:t>How performance was checked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4698C09-03FA-413F-A00B-4C1C7BD02169}"/>
              </a:ext>
            </a:extLst>
          </p:cNvPr>
          <p:cNvSpPr>
            <a:spLocks noGrp="1"/>
          </p:cNvSpPr>
          <p:nvPr/>
        </p:nvSpPr>
        <p:spPr>
          <a:xfrm>
            <a:off x="11125200" y="428625"/>
            <a:ext cx="419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 algn="r">
              <a:defRPr sz="1050" b="0">
                <a:solidFill>
                  <a:srgbClr val="777774"/>
                </a:solidFill>
              </a:defRPr>
            </a:defPPr>
            <a:lvl1pPr algn="r">
              <a:defRPr sz="1050" b="0">
                <a:solidFill>
                  <a:srgbClr val="777774"/>
                </a:solidFill>
              </a:defRPr>
            </a:lvl1pPr>
            <a:lvl2pPr algn="r">
              <a:defRPr sz="1050" b="0">
                <a:solidFill>
                  <a:srgbClr val="777774"/>
                </a:solidFill>
              </a:defRPr>
            </a:lvl2pPr>
            <a:lvl3pPr algn="r">
              <a:defRPr sz="1050" b="0">
                <a:solidFill>
                  <a:srgbClr val="777774"/>
                </a:solidFill>
              </a:defRPr>
            </a:lvl3pPr>
            <a:lvl4pPr algn="r">
              <a:defRPr sz="1050" b="0">
                <a:solidFill>
                  <a:srgbClr val="777774"/>
                </a:solidFill>
              </a:defRPr>
            </a:lvl4pPr>
            <a:lvl5pPr algn="r">
              <a:defRPr sz="1050" b="0">
                <a:solidFill>
                  <a:srgbClr val="777774"/>
                </a:solidFill>
              </a:defRPr>
            </a:lvl5pPr>
            <a:lvl6pPr algn="r">
              <a:defRPr sz="1050" b="0">
                <a:solidFill>
                  <a:srgbClr val="777774"/>
                </a:solidFill>
              </a:defRPr>
            </a:lvl6pPr>
            <a:lvl7pPr algn="r">
              <a:defRPr sz="1050" b="0">
                <a:solidFill>
                  <a:srgbClr val="777774"/>
                </a:solidFill>
              </a:defRPr>
            </a:lvl7pPr>
            <a:lvl8pPr algn="r">
              <a:defRPr sz="1050" b="0">
                <a:solidFill>
                  <a:srgbClr val="777774"/>
                </a:solidFill>
              </a:defRPr>
            </a:lvl8pPr>
            <a:lvl9pPr algn="r">
              <a:defRPr sz="1050" b="0">
                <a:solidFill>
                  <a:srgbClr val="777774"/>
                </a:solidFill>
              </a:defRPr>
            </a:lvl9pPr>
          </a:lstStyle>
          <a:p>
            <a:pPr algn="r">
              <a:defRPr sz="1050" b="0">
                <a:solidFill>
                  <a:srgbClr val="777774"/>
                </a:solidFill>
              </a:defRPr>
            </a:pPr>
            <a:r>
              <a:rPr sz="1050" b="0">
                <a:solidFill>
                  <a:srgbClr val="777774"/>
                </a:solidFill>
              </a:rPr>
              <a:t>08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88FA490-475A-4137-94FE-174D9DBBF520}"/>
              </a:ext>
            </a:extLst>
          </p:cNvPr>
          <p:cNvSpPr>
            <a:spLocks noGrp="1"/>
          </p:cNvSpPr>
          <p:nvPr/>
        </p:nvSpPr>
        <p:spPr>
          <a:xfrm>
            <a:off x="704850" y="2000250"/>
            <a:ext cx="4619625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 algn="l">
              <a:defRPr sz="2100" b="1">
                <a:solidFill>
                  <a:srgbClr val="F7F7F5"/>
                </a:solidFill>
              </a:defRPr>
            </a:defPPr>
            <a:lvl1pPr algn="l">
              <a:defRPr sz="2100" b="1">
                <a:solidFill>
                  <a:srgbClr val="F7F7F5"/>
                </a:solidFill>
              </a:defRPr>
            </a:lvl1pPr>
            <a:lvl2pPr algn="l">
              <a:defRPr sz="2100" b="1">
                <a:solidFill>
                  <a:srgbClr val="F7F7F5"/>
                </a:solidFill>
              </a:defRPr>
            </a:lvl2pPr>
            <a:lvl3pPr algn="l">
              <a:defRPr sz="2100" b="1">
                <a:solidFill>
                  <a:srgbClr val="F7F7F5"/>
                </a:solidFill>
              </a:defRPr>
            </a:lvl3pPr>
            <a:lvl4pPr algn="l">
              <a:defRPr sz="2100" b="1">
                <a:solidFill>
                  <a:srgbClr val="F7F7F5"/>
                </a:solidFill>
              </a:defRPr>
            </a:lvl4pPr>
            <a:lvl5pPr algn="l">
              <a:defRPr sz="2100" b="1">
                <a:solidFill>
                  <a:srgbClr val="F7F7F5"/>
                </a:solidFill>
              </a:defRPr>
            </a:lvl5pPr>
            <a:lvl6pPr algn="l">
              <a:defRPr sz="2100" b="1">
                <a:solidFill>
                  <a:srgbClr val="F7F7F5"/>
                </a:solidFill>
              </a:defRPr>
            </a:lvl6pPr>
            <a:lvl7pPr algn="l">
              <a:defRPr sz="2100" b="1">
                <a:solidFill>
                  <a:srgbClr val="F7F7F5"/>
                </a:solidFill>
              </a:defRPr>
            </a:lvl7pPr>
            <a:lvl8pPr algn="l">
              <a:defRPr sz="2100" b="1">
                <a:solidFill>
                  <a:srgbClr val="F7F7F5"/>
                </a:solidFill>
              </a:defRPr>
            </a:lvl8pPr>
            <a:lvl9pPr algn="l">
              <a:defRPr sz="2100" b="1">
                <a:solidFill>
                  <a:srgbClr val="F7F7F5"/>
                </a:solidFill>
              </a:defRPr>
            </a:lvl9pPr>
          </a:lstStyle>
          <a:p>
            <a:pPr algn="l">
              <a:defRPr sz="2100" b="1">
                <a:solidFill>
                  <a:srgbClr val="F7F7F5"/>
                </a:solidFill>
              </a:defRPr>
            </a:pPr>
            <a:r>
              <a:rPr sz="2100" b="1">
                <a:solidFill>
                  <a:srgbClr val="F7F7F5"/>
                </a:solidFill>
              </a:rPr>
              <a:t>Flow experiment A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48D4663-CFA1-4E40-8664-42FC0D035937}"/>
              </a:ext>
            </a:extLst>
          </p:cNvPr>
          <p:cNvSpPr>
            <a:spLocks noGrp="1"/>
          </p:cNvSpPr>
          <p:nvPr/>
        </p:nvSpPr>
        <p:spPr>
          <a:xfrm>
            <a:off x="704850" y="2581275"/>
            <a:ext cx="4714875" cy="1133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 algn="l">
              <a:defRPr sz="1875" b="0">
                <a:solidFill>
                  <a:srgbClr val="B6B6B3"/>
                </a:solidFill>
              </a:defRPr>
            </a:defPPr>
            <a:lvl1pPr algn="l">
              <a:defRPr sz="1875" b="0">
                <a:solidFill>
                  <a:srgbClr val="B6B6B3"/>
                </a:solidFill>
              </a:defRPr>
            </a:lvl1pPr>
            <a:lvl2pPr algn="l">
              <a:defRPr sz="1875" b="0">
                <a:solidFill>
                  <a:srgbClr val="B6B6B3"/>
                </a:solidFill>
              </a:defRPr>
            </a:lvl2pPr>
            <a:lvl3pPr algn="l">
              <a:defRPr sz="1875" b="0">
                <a:solidFill>
                  <a:srgbClr val="B6B6B3"/>
                </a:solidFill>
              </a:defRPr>
            </a:lvl3pPr>
            <a:lvl4pPr algn="l">
              <a:defRPr sz="1875" b="0">
                <a:solidFill>
                  <a:srgbClr val="B6B6B3"/>
                </a:solidFill>
              </a:defRPr>
            </a:lvl4pPr>
            <a:lvl5pPr algn="l">
              <a:defRPr sz="1875" b="0">
                <a:solidFill>
                  <a:srgbClr val="B6B6B3"/>
                </a:solidFill>
              </a:defRPr>
            </a:lvl5pPr>
            <a:lvl6pPr algn="l">
              <a:defRPr sz="1875" b="0">
                <a:solidFill>
                  <a:srgbClr val="B6B6B3"/>
                </a:solidFill>
              </a:defRPr>
            </a:lvl6pPr>
            <a:lvl7pPr algn="l">
              <a:defRPr sz="1875" b="0">
                <a:solidFill>
                  <a:srgbClr val="B6B6B3"/>
                </a:solidFill>
              </a:defRPr>
            </a:lvl7pPr>
            <a:lvl8pPr algn="l">
              <a:defRPr sz="1875" b="0">
                <a:solidFill>
                  <a:srgbClr val="B6B6B3"/>
                </a:solidFill>
              </a:defRPr>
            </a:lvl8pPr>
            <a:lvl9pPr algn="l">
              <a:defRPr sz="1875" b="0">
                <a:solidFill>
                  <a:srgbClr val="B6B6B3"/>
                </a:solidFill>
              </a:defRPr>
            </a:lvl9pPr>
          </a:lstStyle>
          <a:p>
            <a:pPr algn="l">
              <a:defRPr sz="1875" b="0">
                <a:solidFill>
                  <a:srgbClr val="B6B6B3"/>
                </a:solidFill>
              </a:defRPr>
            </a:pPr>
            <a:r>
              <a:rPr sz="1875" b="0">
                <a:solidFill>
                  <a:srgbClr val="B6B6B3"/>
                </a:solidFill>
              </a:rPr>
              <a:t>Train on 2019. Evaluate on the separate Friday 2017 file.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A737764-819C-4313-8ED0-488153612028}"/>
              </a:ext>
            </a:extLst>
          </p:cNvPr>
          <p:cNvSpPr>
            <a:spLocks noGrp="1"/>
          </p:cNvSpPr>
          <p:nvPr/>
        </p:nvSpPr>
        <p:spPr>
          <a:xfrm>
            <a:off x="6400800" y="2000250"/>
            <a:ext cx="47625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 algn="l">
              <a:defRPr sz="2100" b="1">
                <a:solidFill>
                  <a:srgbClr val="F7F7F5"/>
                </a:solidFill>
              </a:defRPr>
            </a:defPPr>
            <a:lvl1pPr algn="l">
              <a:defRPr sz="2100" b="1">
                <a:solidFill>
                  <a:srgbClr val="F7F7F5"/>
                </a:solidFill>
              </a:defRPr>
            </a:lvl1pPr>
            <a:lvl2pPr algn="l">
              <a:defRPr sz="2100" b="1">
                <a:solidFill>
                  <a:srgbClr val="F7F7F5"/>
                </a:solidFill>
              </a:defRPr>
            </a:lvl2pPr>
            <a:lvl3pPr algn="l">
              <a:defRPr sz="2100" b="1">
                <a:solidFill>
                  <a:srgbClr val="F7F7F5"/>
                </a:solidFill>
              </a:defRPr>
            </a:lvl3pPr>
            <a:lvl4pPr algn="l">
              <a:defRPr sz="2100" b="1">
                <a:solidFill>
                  <a:srgbClr val="F7F7F5"/>
                </a:solidFill>
              </a:defRPr>
            </a:lvl4pPr>
            <a:lvl5pPr algn="l">
              <a:defRPr sz="2100" b="1">
                <a:solidFill>
                  <a:srgbClr val="F7F7F5"/>
                </a:solidFill>
              </a:defRPr>
            </a:lvl5pPr>
            <a:lvl6pPr algn="l">
              <a:defRPr sz="2100" b="1">
                <a:solidFill>
                  <a:srgbClr val="F7F7F5"/>
                </a:solidFill>
              </a:defRPr>
            </a:lvl6pPr>
            <a:lvl7pPr algn="l">
              <a:defRPr sz="2100" b="1">
                <a:solidFill>
                  <a:srgbClr val="F7F7F5"/>
                </a:solidFill>
              </a:defRPr>
            </a:lvl7pPr>
            <a:lvl8pPr algn="l">
              <a:defRPr sz="2100" b="1">
                <a:solidFill>
                  <a:srgbClr val="F7F7F5"/>
                </a:solidFill>
              </a:defRPr>
            </a:lvl8pPr>
            <a:lvl9pPr algn="l">
              <a:defRPr sz="2100" b="1">
                <a:solidFill>
                  <a:srgbClr val="F7F7F5"/>
                </a:solidFill>
              </a:defRPr>
            </a:lvl9pPr>
          </a:lstStyle>
          <a:p>
            <a:pPr algn="l">
              <a:defRPr sz="2100" b="1">
                <a:solidFill>
                  <a:srgbClr val="F7F7F5"/>
                </a:solidFill>
              </a:defRPr>
            </a:pPr>
            <a:r>
              <a:rPr sz="2100" b="1">
                <a:solidFill>
                  <a:srgbClr val="F7F7F5"/>
                </a:solidFill>
              </a:rPr>
              <a:t>Flow experiment B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7701FA2-503C-447C-9854-941937EEBC88}"/>
              </a:ext>
            </a:extLst>
          </p:cNvPr>
          <p:cNvSpPr>
            <a:spLocks noGrp="1"/>
          </p:cNvSpPr>
          <p:nvPr/>
        </p:nvSpPr>
        <p:spPr>
          <a:xfrm>
            <a:off x="6400800" y="2581275"/>
            <a:ext cx="4714875" cy="1133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 algn="l">
              <a:defRPr sz="1875" b="0">
                <a:solidFill>
                  <a:srgbClr val="B6B6B3"/>
                </a:solidFill>
              </a:defRPr>
            </a:defPPr>
            <a:lvl1pPr algn="l">
              <a:defRPr sz="1875" b="0">
                <a:solidFill>
                  <a:srgbClr val="B6B6B3"/>
                </a:solidFill>
              </a:defRPr>
            </a:lvl1pPr>
            <a:lvl2pPr algn="l">
              <a:defRPr sz="1875" b="0">
                <a:solidFill>
                  <a:srgbClr val="B6B6B3"/>
                </a:solidFill>
              </a:defRPr>
            </a:lvl2pPr>
            <a:lvl3pPr algn="l">
              <a:defRPr sz="1875" b="0">
                <a:solidFill>
                  <a:srgbClr val="B6B6B3"/>
                </a:solidFill>
              </a:defRPr>
            </a:lvl3pPr>
            <a:lvl4pPr algn="l">
              <a:defRPr sz="1875" b="0">
                <a:solidFill>
                  <a:srgbClr val="B6B6B3"/>
                </a:solidFill>
              </a:defRPr>
            </a:lvl4pPr>
            <a:lvl5pPr algn="l">
              <a:defRPr sz="1875" b="0">
                <a:solidFill>
                  <a:srgbClr val="B6B6B3"/>
                </a:solidFill>
              </a:defRPr>
            </a:lvl5pPr>
            <a:lvl6pPr algn="l">
              <a:defRPr sz="1875" b="0">
                <a:solidFill>
                  <a:srgbClr val="B6B6B3"/>
                </a:solidFill>
              </a:defRPr>
            </a:lvl6pPr>
            <a:lvl7pPr algn="l">
              <a:defRPr sz="1875" b="0">
                <a:solidFill>
                  <a:srgbClr val="B6B6B3"/>
                </a:solidFill>
              </a:defRPr>
            </a:lvl7pPr>
            <a:lvl8pPr algn="l">
              <a:defRPr sz="1875" b="0">
                <a:solidFill>
                  <a:srgbClr val="B6B6B3"/>
                </a:solidFill>
              </a:defRPr>
            </a:lvl8pPr>
            <a:lvl9pPr algn="l">
              <a:defRPr sz="1875" b="0">
                <a:solidFill>
                  <a:srgbClr val="B6B6B3"/>
                </a:solidFill>
              </a:defRPr>
            </a:lvl9pPr>
          </a:lstStyle>
          <a:p>
            <a:pPr algn="l">
              <a:defRPr sz="1875" b="0">
                <a:solidFill>
                  <a:srgbClr val="B6B6B3"/>
                </a:solidFill>
              </a:defRPr>
            </a:pPr>
            <a:r>
              <a:rPr sz="1875" b="0">
                <a:solidFill>
                  <a:srgbClr val="B6B6B3"/>
                </a:solidFill>
              </a:rPr>
              <a:t>Train on 2019 and 2017. Evaluate on a separate 2018 file.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1527483-EEB2-4C4B-B85A-6E965DF656D8}"/>
              </a:ext>
            </a:extLst>
          </p:cNvPr>
          <p:cNvSpPr>
            <a:spLocks noGrp="1"/>
          </p:cNvSpPr>
          <p:nvPr/>
        </p:nvSpPr>
        <p:spPr>
          <a:xfrm>
            <a:off x="704850" y="4429125"/>
            <a:ext cx="47625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 algn="l">
              <a:defRPr sz="2100" b="1">
                <a:solidFill>
                  <a:srgbClr val="DE5A1D"/>
                </a:solidFill>
              </a:defRPr>
            </a:defPPr>
            <a:lvl1pPr algn="l">
              <a:defRPr sz="2100" b="1">
                <a:solidFill>
                  <a:srgbClr val="DE5A1D"/>
                </a:solidFill>
              </a:defRPr>
            </a:lvl1pPr>
            <a:lvl2pPr algn="l">
              <a:defRPr sz="2100" b="1">
                <a:solidFill>
                  <a:srgbClr val="DE5A1D"/>
                </a:solidFill>
              </a:defRPr>
            </a:lvl2pPr>
            <a:lvl3pPr algn="l">
              <a:defRPr sz="2100" b="1">
                <a:solidFill>
                  <a:srgbClr val="DE5A1D"/>
                </a:solidFill>
              </a:defRPr>
            </a:lvl3pPr>
            <a:lvl4pPr algn="l">
              <a:defRPr sz="2100" b="1">
                <a:solidFill>
                  <a:srgbClr val="DE5A1D"/>
                </a:solidFill>
              </a:defRPr>
            </a:lvl4pPr>
            <a:lvl5pPr algn="l">
              <a:defRPr sz="2100" b="1">
                <a:solidFill>
                  <a:srgbClr val="DE5A1D"/>
                </a:solidFill>
              </a:defRPr>
            </a:lvl5pPr>
            <a:lvl6pPr algn="l">
              <a:defRPr sz="2100" b="1">
                <a:solidFill>
                  <a:srgbClr val="DE5A1D"/>
                </a:solidFill>
              </a:defRPr>
            </a:lvl6pPr>
            <a:lvl7pPr algn="l">
              <a:defRPr sz="2100" b="1">
                <a:solidFill>
                  <a:srgbClr val="DE5A1D"/>
                </a:solidFill>
              </a:defRPr>
            </a:lvl7pPr>
            <a:lvl8pPr algn="l">
              <a:defRPr sz="2100" b="1">
                <a:solidFill>
                  <a:srgbClr val="DE5A1D"/>
                </a:solidFill>
              </a:defRPr>
            </a:lvl8pPr>
            <a:lvl9pPr algn="l">
              <a:defRPr sz="2100" b="1">
                <a:solidFill>
                  <a:srgbClr val="DE5A1D"/>
                </a:solidFill>
              </a:defRPr>
            </a:lvl9pPr>
          </a:lstStyle>
          <a:p>
            <a:pPr algn="l">
              <a:defRPr sz="2100" b="1">
                <a:solidFill>
                  <a:srgbClr val="DE5A1D"/>
                </a:solidFill>
              </a:defRPr>
            </a:pPr>
            <a:r>
              <a:rPr sz="2100" b="1">
                <a:solidFill>
                  <a:srgbClr val="DE5A1D"/>
                </a:solidFill>
              </a:rPr>
              <a:t>Packet-window ML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E1CE8CA-5F29-4543-85E4-56BC262BAAD7}"/>
              </a:ext>
            </a:extLst>
          </p:cNvPr>
          <p:cNvSpPr>
            <a:spLocks noGrp="1"/>
          </p:cNvSpPr>
          <p:nvPr/>
        </p:nvSpPr>
        <p:spPr>
          <a:xfrm>
            <a:off x="704850" y="4972050"/>
            <a:ext cx="10191750" cy="1114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 algn="l">
              <a:defRPr sz="1875" b="0">
                <a:solidFill>
                  <a:srgbClr val="B6B6B3"/>
                </a:solidFill>
              </a:defRPr>
            </a:defPPr>
            <a:lvl1pPr algn="l">
              <a:defRPr sz="1875" b="0">
                <a:solidFill>
                  <a:srgbClr val="B6B6B3"/>
                </a:solidFill>
              </a:defRPr>
            </a:lvl1pPr>
            <a:lvl2pPr algn="l">
              <a:defRPr sz="1875" b="0">
                <a:solidFill>
                  <a:srgbClr val="B6B6B3"/>
                </a:solidFill>
              </a:defRPr>
            </a:lvl2pPr>
            <a:lvl3pPr algn="l">
              <a:defRPr sz="1875" b="0">
                <a:solidFill>
                  <a:srgbClr val="B6B6B3"/>
                </a:solidFill>
              </a:defRPr>
            </a:lvl3pPr>
            <a:lvl4pPr algn="l">
              <a:defRPr sz="1875" b="0">
                <a:solidFill>
                  <a:srgbClr val="B6B6B3"/>
                </a:solidFill>
              </a:defRPr>
            </a:lvl4pPr>
            <a:lvl5pPr algn="l">
              <a:defRPr sz="1875" b="0">
                <a:solidFill>
                  <a:srgbClr val="B6B6B3"/>
                </a:solidFill>
              </a:defRPr>
            </a:lvl5pPr>
            <a:lvl6pPr algn="l">
              <a:defRPr sz="1875" b="0">
                <a:solidFill>
                  <a:srgbClr val="B6B6B3"/>
                </a:solidFill>
              </a:defRPr>
            </a:lvl6pPr>
            <a:lvl7pPr algn="l">
              <a:defRPr sz="1875" b="0">
                <a:solidFill>
                  <a:srgbClr val="B6B6B3"/>
                </a:solidFill>
              </a:defRPr>
            </a:lvl7pPr>
            <a:lvl8pPr algn="l">
              <a:defRPr sz="1875" b="0">
                <a:solidFill>
                  <a:srgbClr val="B6B6B3"/>
                </a:solidFill>
              </a:defRPr>
            </a:lvl8pPr>
            <a:lvl9pPr algn="l">
              <a:defRPr sz="1875" b="0">
                <a:solidFill>
                  <a:srgbClr val="B6B6B3"/>
                </a:solidFill>
              </a:defRPr>
            </a:lvl9pPr>
          </a:lstStyle>
          <a:p>
            <a:pPr algn="l">
              <a:defRPr sz="1875" b="0">
                <a:solidFill>
                  <a:srgbClr val="B6B6B3"/>
                </a:solidFill>
              </a:defRPr>
            </a:pPr>
            <a:r>
              <a:rPr sz="1875" b="0">
                <a:solidFill>
                  <a:srgbClr val="B6B6B3"/>
                </a:solidFill>
              </a:rPr>
              <a:t>A capture-aware evaluator exists. The current excerpts have only one benign capture, so it correctly reports no holdout score.</a:t>
            </a:r>
          </a:p>
        </p:txBody>
      </p:sp>
    </p:spTree>
    <p:extLst>
      <p:ext uri="{BB962C8B-B14F-4D97-AF65-F5344CB8AC3E}">
        <p14:creationId xmlns:p14="http://schemas.microsoft.com/office/powerpoint/2010/main" val="10293922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A6F7D9D-620A-4A08-ADD0-2B939F5B8155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7429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 algn="l">
              <a:defRPr sz="1125" b="1">
                <a:solidFill>
                  <a:srgbClr val="DE5A1D"/>
                </a:solidFill>
              </a:defRPr>
            </a:defPPr>
            <a:lvl1pPr algn="l">
              <a:defRPr sz="1125" b="1">
                <a:solidFill>
                  <a:srgbClr val="DE5A1D"/>
                </a:solidFill>
              </a:defRPr>
            </a:lvl1pPr>
            <a:lvl2pPr algn="l">
              <a:defRPr sz="1125" b="1">
                <a:solidFill>
                  <a:srgbClr val="DE5A1D"/>
                </a:solidFill>
              </a:defRPr>
            </a:lvl2pPr>
            <a:lvl3pPr algn="l">
              <a:defRPr sz="1125" b="1">
                <a:solidFill>
                  <a:srgbClr val="DE5A1D"/>
                </a:solidFill>
              </a:defRPr>
            </a:lvl3pPr>
            <a:lvl4pPr algn="l">
              <a:defRPr sz="1125" b="1">
                <a:solidFill>
                  <a:srgbClr val="DE5A1D"/>
                </a:solidFill>
              </a:defRPr>
            </a:lvl4pPr>
            <a:lvl5pPr algn="l">
              <a:defRPr sz="1125" b="1">
                <a:solidFill>
                  <a:srgbClr val="DE5A1D"/>
                </a:solidFill>
              </a:defRPr>
            </a:lvl5pPr>
            <a:lvl6pPr algn="l">
              <a:defRPr sz="1125" b="1">
                <a:solidFill>
                  <a:srgbClr val="DE5A1D"/>
                </a:solidFill>
              </a:defRPr>
            </a:lvl6pPr>
            <a:lvl7pPr algn="l">
              <a:defRPr sz="1125" b="1">
                <a:solidFill>
                  <a:srgbClr val="DE5A1D"/>
                </a:solidFill>
              </a:defRPr>
            </a:lvl7pPr>
            <a:lvl8pPr algn="l">
              <a:defRPr sz="1125" b="1">
                <a:solidFill>
                  <a:srgbClr val="DE5A1D"/>
                </a:solidFill>
              </a:defRPr>
            </a:lvl8pPr>
            <a:lvl9pPr algn="l">
              <a:defRPr sz="1125" b="1">
                <a:solidFill>
                  <a:srgbClr val="DE5A1D"/>
                </a:solidFill>
              </a:defRPr>
            </a:lvl9pPr>
          </a:lstStyle>
          <a:p>
            <a:pPr algn="l">
              <a:defRPr sz="1125" b="1">
                <a:solidFill>
                  <a:srgbClr val="DE5A1D"/>
                </a:solidFill>
              </a:defRPr>
            </a:pPr>
            <a:r>
              <a:rPr sz="1125" b="1">
                <a:solidFill>
                  <a:srgbClr val="DE5A1D"/>
                </a:solidFill>
              </a:rPr>
              <a:t>MEASURED RESULT A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122DB58-B336-4812-993F-F26D58F1B63C}"/>
              </a:ext>
            </a:extLst>
          </p:cNvPr>
          <p:cNvSpPr>
            <a:spLocks noGrp="1"/>
          </p:cNvSpPr>
          <p:nvPr/>
        </p:nvSpPr>
        <p:spPr>
          <a:xfrm>
            <a:off x="666750" y="819150"/>
            <a:ext cx="10810875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 algn="l">
              <a:defRPr sz="3000" b="1">
                <a:solidFill>
                  <a:srgbClr val="F7F7F5"/>
                </a:solidFill>
              </a:defRPr>
            </a:defPPr>
            <a:lvl1pPr algn="l">
              <a:defRPr sz="3000" b="1">
                <a:solidFill>
                  <a:srgbClr val="F7F7F5"/>
                </a:solidFill>
              </a:defRPr>
            </a:lvl1pPr>
            <a:lvl2pPr algn="l">
              <a:defRPr sz="3000" b="1">
                <a:solidFill>
                  <a:srgbClr val="F7F7F5"/>
                </a:solidFill>
              </a:defRPr>
            </a:lvl2pPr>
            <a:lvl3pPr algn="l">
              <a:defRPr sz="3000" b="1">
                <a:solidFill>
                  <a:srgbClr val="F7F7F5"/>
                </a:solidFill>
              </a:defRPr>
            </a:lvl3pPr>
            <a:lvl4pPr algn="l">
              <a:defRPr sz="3000" b="1">
                <a:solidFill>
                  <a:srgbClr val="F7F7F5"/>
                </a:solidFill>
              </a:defRPr>
            </a:lvl4pPr>
            <a:lvl5pPr algn="l">
              <a:defRPr sz="3000" b="1">
                <a:solidFill>
                  <a:srgbClr val="F7F7F5"/>
                </a:solidFill>
              </a:defRPr>
            </a:lvl5pPr>
            <a:lvl6pPr algn="l">
              <a:defRPr sz="3000" b="1">
                <a:solidFill>
                  <a:srgbClr val="F7F7F5"/>
                </a:solidFill>
              </a:defRPr>
            </a:lvl6pPr>
            <a:lvl7pPr algn="l">
              <a:defRPr sz="3000" b="1">
                <a:solidFill>
                  <a:srgbClr val="F7F7F5"/>
                </a:solidFill>
              </a:defRPr>
            </a:lvl7pPr>
            <a:lvl8pPr algn="l">
              <a:defRPr sz="3000" b="1">
                <a:solidFill>
                  <a:srgbClr val="F7F7F5"/>
                </a:solidFill>
              </a:defRPr>
            </a:lvl8pPr>
            <a:lvl9pPr algn="l">
              <a:defRPr sz="3000" b="1">
                <a:solidFill>
                  <a:srgbClr val="F7F7F5"/>
                </a:solidFill>
              </a:defRPr>
            </a:lvl9pPr>
          </a:lstStyle>
          <a:p>
            <a:pPr algn="l">
              <a:defRPr sz="3000" b="1">
                <a:solidFill>
                  <a:srgbClr val="F7F7F5"/>
                </a:solidFill>
              </a:defRPr>
            </a:pPr>
            <a:r>
              <a:rPr sz="3000" b="1">
                <a:solidFill>
                  <a:srgbClr val="F7F7F5"/>
                </a:solidFill>
              </a:rPr>
              <a:t>2019 model on Friday 2017 flows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62E0254-74AB-4C32-A063-AECE4EB05FCE}"/>
              </a:ext>
            </a:extLst>
          </p:cNvPr>
          <p:cNvSpPr>
            <a:spLocks noGrp="1"/>
          </p:cNvSpPr>
          <p:nvPr/>
        </p:nvSpPr>
        <p:spPr>
          <a:xfrm>
            <a:off x="11125200" y="428625"/>
            <a:ext cx="419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 algn="r">
              <a:defRPr sz="1050" b="0">
                <a:solidFill>
                  <a:srgbClr val="777774"/>
                </a:solidFill>
              </a:defRPr>
            </a:defPPr>
            <a:lvl1pPr algn="r">
              <a:defRPr sz="1050" b="0">
                <a:solidFill>
                  <a:srgbClr val="777774"/>
                </a:solidFill>
              </a:defRPr>
            </a:lvl1pPr>
            <a:lvl2pPr algn="r">
              <a:defRPr sz="1050" b="0">
                <a:solidFill>
                  <a:srgbClr val="777774"/>
                </a:solidFill>
              </a:defRPr>
            </a:lvl2pPr>
            <a:lvl3pPr algn="r">
              <a:defRPr sz="1050" b="0">
                <a:solidFill>
                  <a:srgbClr val="777774"/>
                </a:solidFill>
              </a:defRPr>
            </a:lvl3pPr>
            <a:lvl4pPr algn="r">
              <a:defRPr sz="1050" b="0">
                <a:solidFill>
                  <a:srgbClr val="777774"/>
                </a:solidFill>
              </a:defRPr>
            </a:lvl4pPr>
            <a:lvl5pPr algn="r">
              <a:defRPr sz="1050" b="0">
                <a:solidFill>
                  <a:srgbClr val="777774"/>
                </a:solidFill>
              </a:defRPr>
            </a:lvl5pPr>
            <a:lvl6pPr algn="r">
              <a:defRPr sz="1050" b="0">
                <a:solidFill>
                  <a:srgbClr val="777774"/>
                </a:solidFill>
              </a:defRPr>
            </a:lvl6pPr>
            <a:lvl7pPr algn="r">
              <a:defRPr sz="1050" b="0">
                <a:solidFill>
                  <a:srgbClr val="777774"/>
                </a:solidFill>
              </a:defRPr>
            </a:lvl7pPr>
            <a:lvl8pPr algn="r">
              <a:defRPr sz="1050" b="0">
                <a:solidFill>
                  <a:srgbClr val="777774"/>
                </a:solidFill>
              </a:defRPr>
            </a:lvl8pPr>
            <a:lvl9pPr algn="r">
              <a:defRPr sz="1050" b="0">
                <a:solidFill>
                  <a:srgbClr val="777774"/>
                </a:solidFill>
              </a:defRPr>
            </a:lvl9pPr>
          </a:lstStyle>
          <a:p>
            <a:pPr algn="r">
              <a:defRPr sz="1050" b="0">
                <a:solidFill>
                  <a:srgbClr val="777774"/>
                </a:solidFill>
              </a:defRPr>
            </a:pPr>
            <a:r>
              <a:rPr sz="1050" b="0">
                <a:solidFill>
                  <a:srgbClr val="777774"/>
                </a:solidFill>
              </a:rPr>
              <a:t>09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E02753E-C236-4195-9089-31798368C83B}"/>
              </a:ext>
            </a:extLst>
          </p:cNvPr>
          <p:cNvSpPr>
            <a:spLocks noGrp="1"/>
          </p:cNvSpPr>
          <p:nvPr/>
        </p:nvSpPr>
        <p:spPr>
          <a:xfrm>
            <a:off x="704850" y="2019300"/>
            <a:ext cx="4762500" cy="1076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 algn="l">
              <a:defRPr sz="5325" b="1">
                <a:solidFill>
                  <a:srgbClr val="DE5A1D"/>
                </a:solidFill>
              </a:defRPr>
            </a:defPPr>
            <a:lvl1pPr algn="l">
              <a:defRPr sz="5325" b="1">
                <a:solidFill>
                  <a:srgbClr val="DE5A1D"/>
                </a:solidFill>
              </a:defRPr>
            </a:lvl1pPr>
            <a:lvl2pPr algn="l">
              <a:defRPr sz="5325" b="1">
                <a:solidFill>
                  <a:srgbClr val="DE5A1D"/>
                </a:solidFill>
              </a:defRPr>
            </a:lvl2pPr>
            <a:lvl3pPr algn="l">
              <a:defRPr sz="5325" b="1">
                <a:solidFill>
                  <a:srgbClr val="DE5A1D"/>
                </a:solidFill>
              </a:defRPr>
            </a:lvl3pPr>
            <a:lvl4pPr algn="l">
              <a:defRPr sz="5325" b="1">
                <a:solidFill>
                  <a:srgbClr val="DE5A1D"/>
                </a:solidFill>
              </a:defRPr>
            </a:lvl4pPr>
            <a:lvl5pPr algn="l">
              <a:defRPr sz="5325" b="1">
                <a:solidFill>
                  <a:srgbClr val="DE5A1D"/>
                </a:solidFill>
              </a:defRPr>
            </a:lvl5pPr>
            <a:lvl6pPr algn="l">
              <a:defRPr sz="5325" b="1">
                <a:solidFill>
                  <a:srgbClr val="DE5A1D"/>
                </a:solidFill>
              </a:defRPr>
            </a:lvl6pPr>
            <a:lvl7pPr algn="l">
              <a:defRPr sz="5325" b="1">
                <a:solidFill>
                  <a:srgbClr val="DE5A1D"/>
                </a:solidFill>
              </a:defRPr>
            </a:lvl7pPr>
            <a:lvl8pPr algn="l">
              <a:defRPr sz="5325" b="1">
                <a:solidFill>
                  <a:srgbClr val="DE5A1D"/>
                </a:solidFill>
              </a:defRPr>
            </a:lvl8pPr>
            <a:lvl9pPr algn="l">
              <a:defRPr sz="5325" b="1">
                <a:solidFill>
                  <a:srgbClr val="DE5A1D"/>
                </a:solidFill>
              </a:defRPr>
            </a:lvl9pPr>
          </a:lstStyle>
          <a:p>
            <a:pPr algn="l">
              <a:defRPr sz="5325" b="1">
                <a:solidFill>
                  <a:srgbClr val="DE5A1D"/>
                </a:solidFill>
              </a:defRPr>
            </a:pPr>
            <a:r>
              <a:rPr sz="5325" b="1">
                <a:solidFill>
                  <a:srgbClr val="DE5A1D"/>
                </a:solidFill>
              </a:rPr>
              <a:t>36.4%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A3B961E-8050-47CB-AB1C-FFBF25103BCD}"/>
              </a:ext>
            </a:extLst>
          </p:cNvPr>
          <p:cNvSpPr>
            <a:spLocks noGrp="1"/>
          </p:cNvSpPr>
          <p:nvPr/>
        </p:nvSpPr>
        <p:spPr>
          <a:xfrm>
            <a:off x="704850" y="3238500"/>
            <a:ext cx="4572000" cy="485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 algn="l">
              <a:defRPr sz="2175" b="1">
                <a:solidFill>
                  <a:srgbClr val="F7F7F5"/>
                </a:solidFill>
              </a:defRPr>
            </a:defPPr>
            <a:lvl1pPr algn="l">
              <a:defRPr sz="2175" b="1">
                <a:solidFill>
                  <a:srgbClr val="F7F7F5"/>
                </a:solidFill>
              </a:defRPr>
            </a:lvl1pPr>
            <a:lvl2pPr algn="l">
              <a:defRPr sz="2175" b="1">
                <a:solidFill>
                  <a:srgbClr val="F7F7F5"/>
                </a:solidFill>
              </a:defRPr>
            </a:lvl2pPr>
            <a:lvl3pPr algn="l">
              <a:defRPr sz="2175" b="1">
                <a:solidFill>
                  <a:srgbClr val="F7F7F5"/>
                </a:solidFill>
              </a:defRPr>
            </a:lvl3pPr>
            <a:lvl4pPr algn="l">
              <a:defRPr sz="2175" b="1">
                <a:solidFill>
                  <a:srgbClr val="F7F7F5"/>
                </a:solidFill>
              </a:defRPr>
            </a:lvl4pPr>
            <a:lvl5pPr algn="l">
              <a:defRPr sz="2175" b="1">
                <a:solidFill>
                  <a:srgbClr val="F7F7F5"/>
                </a:solidFill>
              </a:defRPr>
            </a:lvl5pPr>
            <a:lvl6pPr algn="l">
              <a:defRPr sz="2175" b="1">
                <a:solidFill>
                  <a:srgbClr val="F7F7F5"/>
                </a:solidFill>
              </a:defRPr>
            </a:lvl6pPr>
            <a:lvl7pPr algn="l">
              <a:defRPr sz="2175" b="1">
                <a:solidFill>
                  <a:srgbClr val="F7F7F5"/>
                </a:solidFill>
              </a:defRPr>
            </a:lvl7pPr>
            <a:lvl8pPr algn="l">
              <a:defRPr sz="2175" b="1">
                <a:solidFill>
                  <a:srgbClr val="F7F7F5"/>
                </a:solidFill>
              </a:defRPr>
            </a:lvl8pPr>
            <a:lvl9pPr algn="l">
              <a:defRPr sz="2175" b="1">
                <a:solidFill>
                  <a:srgbClr val="F7F7F5"/>
                </a:solidFill>
              </a:defRPr>
            </a:lvl9pPr>
          </a:lstStyle>
          <a:p>
            <a:pPr algn="l">
              <a:defRPr sz="2175" b="1">
                <a:solidFill>
                  <a:srgbClr val="F7F7F5"/>
                </a:solidFill>
              </a:defRPr>
            </a:pPr>
            <a:r>
              <a:rPr sz="2175" b="1">
                <a:solidFill>
                  <a:srgbClr val="F7F7F5"/>
                </a:solidFill>
              </a:rPr>
              <a:t>DDoS recall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A8C702B-6D6D-42D0-B89E-A361133A0335}"/>
              </a:ext>
            </a:extLst>
          </p:cNvPr>
          <p:cNvSpPr>
            <a:spLocks noGrp="1"/>
          </p:cNvSpPr>
          <p:nvPr/>
        </p:nvSpPr>
        <p:spPr>
          <a:xfrm>
            <a:off x="6429375" y="2019300"/>
            <a:ext cx="4762500" cy="1076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 algn="l">
              <a:defRPr sz="5325" b="1">
                <a:solidFill>
                  <a:srgbClr val="DE5A1D"/>
                </a:solidFill>
              </a:defRPr>
            </a:defPPr>
            <a:lvl1pPr algn="l">
              <a:defRPr sz="5325" b="1">
                <a:solidFill>
                  <a:srgbClr val="DE5A1D"/>
                </a:solidFill>
              </a:defRPr>
            </a:lvl1pPr>
            <a:lvl2pPr algn="l">
              <a:defRPr sz="5325" b="1">
                <a:solidFill>
                  <a:srgbClr val="DE5A1D"/>
                </a:solidFill>
              </a:defRPr>
            </a:lvl2pPr>
            <a:lvl3pPr algn="l">
              <a:defRPr sz="5325" b="1">
                <a:solidFill>
                  <a:srgbClr val="DE5A1D"/>
                </a:solidFill>
              </a:defRPr>
            </a:lvl3pPr>
            <a:lvl4pPr algn="l">
              <a:defRPr sz="5325" b="1">
                <a:solidFill>
                  <a:srgbClr val="DE5A1D"/>
                </a:solidFill>
              </a:defRPr>
            </a:lvl4pPr>
            <a:lvl5pPr algn="l">
              <a:defRPr sz="5325" b="1">
                <a:solidFill>
                  <a:srgbClr val="DE5A1D"/>
                </a:solidFill>
              </a:defRPr>
            </a:lvl5pPr>
            <a:lvl6pPr algn="l">
              <a:defRPr sz="5325" b="1">
                <a:solidFill>
                  <a:srgbClr val="DE5A1D"/>
                </a:solidFill>
              </a:defRPr>
            </a:lvl6pPr>
            <a:lvl7pPr algn="l">
              <a:defRPr sz="5325" b="1">
                <a:solidFill>
                  <a:srgbClr val="DE5A1D"/>
                </a:solidFill>
              </a:defRPr>
            </a:lvl7pPr>
            <a:lvl8pPr algn="l">
              <a:defRPr sz="5325" b="1">
                <a:solidFill>
                  <a:srgbClr val="DE5A1D"/>
                </a:solidFill>
              </a:defRPr>
            </a:lvl8pPr>
            <a:lvl9pPr algn="l">
              <a:defRPr sz="5325" b="1">
                <a:solidFill>
                  <a:srgbClr val="DE5A1D"/>
                </a:solidFill>
              </a:defRPr>
            </a:lvl9pPr>
          </a:lstStyle>
          <a:p>
            <a:pPr algn="l">
              <a:defRPr sz="5325" b="1">
                <a:solidFill>
                  <a:srgbClr val="DE5A1D"/>
                </a:solidFill>
              </a:defRPr>
            </a:pPr>
            <a:r>
              <a:rPr sz="5325" b="1">
                <a:solidFill>
                  <a:srgbClr val="DE5A1D"/>
                </a:solidFill>
              </a:rPr>
              <a:t>24.8%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91E4DBB-33B4-4B4A-8BB5-473803933CD8}"/>
              </a:ext>
            </a:extLst>
          </p:cNvPr>
          <p:cNvSpPr>
            <a:spLocks noGrp="1"/>
          </p:cNvSpPr>
          <p:nvPr/>
        </p:nvSpPr>
        <p:spPr>
          <a:xfrm>
            <a:off x="6429375" y="3238500"/>
            <a:ext cx="4762500" cy="733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 algn="l">
              <a:defRPr sz="2175" b="1">
                <a:solidFill>
                  <a:srgbClr val="F7F7F5"/>
                </a:solidFill>
              </a:defRPr>
            </a:defPPr>
            <a:lvl1pPr algn="l">
              <a:defRPr sz="2175" b="1">
                <a:solidFill>
                  <a:srgbClr val="F7F7F5"/>
                </a:solidFill>
              </a:defRPr>
            </a:lvl1pPr>
            <a:lvl2pPr algn="l">
              <a:defRPr sz="2175" b="1">
                <a:solidFill>
                  <a:srgbClr val="F7F7F5"/>
                </a:solidFill>
              </a:defRPr>
            </a:lvl2pPr>
            <a:lvl3pPr algn="l">
              <a:defRPr sz="2175" b="1">
                <a:solidFill>
                  <a:srgbClr val="F7F7F5"/>
                </a:solidFill>
              </a:defRPr>
            </a:lvl3pPr>
            <a:lvl4pPr algn="l">
              <a:defRPr sz="2175" b="1">
                <a:solidFill>
                  <a:srgbClr val="F7F7F5"/>
                </a:solidFill>
              </a:defRPr>
            </a:lvl4pPr>
            <a:lvl5pPr algn="l">
              <a:defRPr sz="2175" b="1">
                <a:solidFill>
                  <a:srgbClr val="F7F7F5"/>
                </a:solidFill>
              </a:defRPr>
            </a:lvl5pPr>
            <a:lvl6pPr algn="l">
              <a:defRPr sz="2175" b="1">
                <a:solidFill>
                  <a:srgbClr val="F7F7F5"/>
                </a:solidFill>
              </a:defRPr>
            </a:lvl6pPr>
            <a:lvl7pPr algn="l">
              <a:defRPr sz="2175" b="1">
                <a:solidFill>
                  <a:srgbClr val="F7F7F5"/>
                </a:solidFill>
              </a:defRPr>
            </a:lvl7pPr>
            <a:lvl8pPr algn="l">
              <a:defRPr sz="2175" b="1">
                <a:solidFill>
                  <a:srgbClr val="F7F7F5"/>
                </a:solidFill>
              </a:defRPr>
            </a:lvl8pPr>
            <a:lvl9pPr algn="l">
              <a:defRPr sz="2175" b="1">
                <a:solidFill>
                  <a:srgbClr val="F7F7F5"/>
                </a:solidFill>
              </a:defRPr>
            </a:lvl9pPr>
          </a:lstStyle>
          <a:p>
            <a:pPr algn="l">
              <a:defRPr sz="2175" b="1">
                <a:solidFill>
                  <a:srgbClr val="F7F7F5"/>
                </a:solidFill>
              </a:defRPr>
            </a:pPr>
            <a:r>
              <a:rPr sz="2175" b="1">
                <a:solidFill>
                  <a:srgbClr val="F7F7F5"/>
                </a:solidFill>
              </a:rPr>
              <a:t>Benign false-alarm rate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61490F3-B689-4BBF-84C0-74CBCE5FC5FB}"/>
              </a:ext>
            </a:extLst>
          </p:cNvPr>
          <p:cNvSpPr>
            <a:spLocks noGrp="1"/>
          </p:cNvSpPr>
          <p:nvPr/>
        </p:nvSpPr>
        <p:spPr>
          <a:xfrm>
            <a:off x="704850" y="4638675"/>
            <a:ext cx="101917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 algn="l">
              <a:defRPr sz="1950" b="0">
                <a:solidFill>
                  <a:srgbClr val="B6B6B3"/>
                </a:solidFill>
              </a:defRPr>
            </a:defPPr>
            <a:lvl1pPr algn="l">
              <a:defRPr sz="1950" b="0">
                <a:solidFill>
                  <a:srgbClr val="B6B6B3"/>
                </a:solidFill>
              </a:defRPr>
            </a:lvl1pPr>
            <a:lvl2pPr algn="l">
              <a:defRPr sz="1950" b="0">
                <a:solidFill>
                  <a:srgbClr val="B6B6B3"/>
                </a:solidFill>
              </a:defRPr>
            </a:lvl2pPr>
            <a:lvl3pPr algn="l">
              <a:defRPr sz="1950" b="0">
                <a:solidFill>
                  <a:srgbClr val="B6B6B3"/>
                </a:solidFill>
              </a:defRPr>
            </a:lvl3pPr>
            <a:lvl4pPr algn="l">
              <a:defRPr sz="1950" b="0">
                <a:solidFill>
                  <a:srgbClr val="B6B6B3"/>
                </a:solidFill>
              </a:defRPr>
            </a:lvl4pPr>
            <a:lvl5pPr algn="l">
              <a:defRPr sz="1950" b="0">
                <a:solidFill>
                  <a:srgbClr val="B6B6B3"/>
                </a:solidFill>
              </a:defRPr>
            </a:lvl5pPr>
            <a:lvl6pPr algn="l">
              <a:defRPr sz="1950" b="0">
                <a:solidFill>
                  <a:srgbClr val="B6B6B3"/>
                </a:solidFill>
              </a:defRPr>
            </a:lvl6pPr>
            <a:lvl7pPr algn="l">
              <a:defRPr sz="1950" b="0">
                <a:solidFill>
                  <a:srgbClr val="B6B6B3"/>
                </a:solidFill>
              </a:defRPr>
            </a:lvl7pPr>
            <a:lvl8pPr algn="l">
              <a:defRPr sz="1950" b="0">
                <a:solidFill>
                  <a:srgbClr val="B6B6B3"/>
                </a:solidFill>
              </a:defRPr>
            </a:lvl8pPr>
            <a:lvl9pPr algn="l">
              <a:defRPr sz="1950" b="0">
                <a:solidFill>
                  <a:srgbClr val="B6B6B3"/>
                </a:solidFill>
              </a:defRPr>
            </a:lvl9pPr>
          </a:lstStyle>
          <a:p>
            <a:pPr algn="l">
              <a:defRPr sz="1950" b="0">
                <a:solidFill>
                  <a:srgbClr val="B6B6B3"/>
                </a:solidFill>
              </a:defRPr>
            </a:pPr>
            <a:r>
              <a:rPr sz="1950" b="0">
                <a:solidFill>
                  <a:srgbClr val="B6B6B3"/>
                </a:solidFill>
              </a:rPr>
              <a:t>46,592 of 128,025 labeled DDoS flows detected. 24,241 of 97,686 benign flows flagged.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CDA0135-03D2-4DDA-AF71-ACAC0BC96A08}"/>
              </a:ext>
            </a:extLst>
          </p:cNvPr>
          <p:cNvSpPr>
            <a:spLocks noGrp="1"/>
          </p:cNvSpPr>
          <p:nvPr/>
        </p:nvSpPr>
        <p:spPr>
          <a:xfrm>
            <a:off x="704850" y="5924550"/>
            <a:ext cx="10382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 algn="l">
              <a:defRPr sz="1650" b="1">
                <a:solidFill>
                  <a:srgbClr val="F7F7F5"/>
                </a:solidFill>
              </a:defRPr>
            </a:defPPr>
            <a:lvl1pPr algn="l">
              <a:defRPr sz="1650" b="1">
                <a:solidFill>
                  <a:srgbClr val="F7F7F5"/>
                </a:solidFill>
              </a:defRPr>
            </a:lvl1pPr>
            <a:lvl2pPr algn="l">
              <a:defRPr sz="1650" b="1">
                <a:solidFill>
                  <a:srgbClr val="F7F7F5"/>
                </a:solidFill>
              </a:defRPr>
            </a:lvl2pPr>
            <a:lvl3pPr algn="l">
              <a:defRPr sz="1650" b="1">
                <a:solidFill>
                  <a:srgbClr val="F7F7F5"/>
                </a:solidFill>
              </a:defRPr>
            </a:lvl3pPr>
            <a:lvl4pPr algn="l">
              <a:defRPr sz="1650" b="1">
                <a:solidFill>
                  <a:srgbClr val="F7F7F5"/>
                </a:solidFill>
              </a:defRPr>
            </a:lvl4pPr>
            <a:lvl5pPr algn="l">
              <a:defRPr sz="1650" b="1">
                <a:solidFill>
                  <a:srgbClr val="F7F7F5"/>
                </a:solidFill>
              </a:defRPr>
            </a:lvl5pPr>
            <a:lvl6pPr algn="l">
              <a:defRPr sz="1650" b="1">
                <a:solidFill>
                  <a:srgbClr val="F7F7F5"/>
                </a:solidFill>
              </a:defRPr>
            </a:lvl6pPr>
            <a:lvl7pPr algn="l">
              <a:defRPr sz="1650" b="1">
                <a:solidFill>
                  <a:srgbClr val="F7F7F5"/>
                </a:solidFill>
              </a:defRPr>
            </a:lvl7pPr>
            <a:lvl8pPr algn="l">
              <a:defRPr sz="1650" b="1">
                <a:solidFill>
                  <a:srgbClr val="F7F7F5"/>
                </a:solidFill>
              </a:defRPr>
            </a:lvl8pPr>
            <a:lvl9pPr algn="l">
              <a:defRPr sz="1650" b="1">
                <a:solidFill>
                  <a:srgbClr val="F7F7F5"/>
                </a:solidFill>
              </a:defRPr>
            </a:lvl9pPr>
          </a:lstStyle>
          <a:p>
            <a:pPr algn="l">
              <a:defRPr sz="1650" b="1">
                <a:solidFill>
                  <a:srgbClr val="F7F7F5"/>
                </a:solidFill>
              </a:defRPr>
            </a:pPr>
            <a:r>
              <a:rPr sz="1650" b="1">
                <a:solidFill>
                  <a:srgbClr val="F7F7F5"/>
                </a:solidFill>
              </a:rPr>
              <a:t>The model misses many attacks and raises too many false alarms for live use.</a:t>
            </a:r>
          </a:p>
        </p:txBody>
      </p:sp>
    </p:spTree>
    <p:extLst>
      <p:ext uri="{BB962C8B-B14F-4D97-AF65-F5344CB8AC3E}">
        <p14:creationId xmlns:p14="http://schemas.microsoft.com/office/powerpoint/2010/main" val="1159241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68F0F43-AB5B-4195-B3E1-9F36A99F91E1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7429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 algn="l">
              <a:defRPr sz="1125" b="1">
                <a:solidFill>
                  <a:srgbClr val="DE5A1D"/>
                </a:solidFill>
              </a:defRPr>
            </a:defPPr>
            <a:lvl1pPr algn="l">
              <a:defRPr sz="1125" b="1">
                <a:solidFill>
                  <a:srgbClr val="DE5A1D"/>
                </a:solidFill>
              </a:defRPr>
            </a:lvl1pPr>
            <a:lvl2pPr algn="l">
              <a:defRPr sz="1125" b="1">
                <a:solidFill>
                  <a:srgbClr val="DE5A1D"/>
                </a:solidFill>
              </a:defRPr>
            </a:lvl2pPr>
            <a:lvl3pPr algn="l">
              <a:defRPr sz="1125" b="1">
                <a:solidFill>
                  <a:srgbClr val="DE5A1D"/>
                </a:solidFill>
              </a:defRPr>
            </a:lvl3pPr>
            <a:lvl4pPr algn="l">
              <a:defRPr sz="1125" b="1">
                <a:solidFill>
                  <a:srgbClr val="DE5A1D"/>
                </a:solidFill>
              </a:defRPr>
            </a:lvl4pPr>
            <a:lvl5pPr algn="l">
              <a:defRPr sz="1125" b="1">
                <a:solidFill>
                  <a:srgbClr val="DE5A1D"/>
                </a:solidFill>
              </a:defRPr>
            </a:lvl5pPr>
            <a:lvl6pPr algn="l">
              <a:defRPr sz="1125" b="1">
                <a:solidFill>
                  <a:srgbClr val="DE5A1D"/>
                </a:solidFill>
              </a:defRPr>
            </a:lvl6pPr>
            <a:lvl7pPr algn="l">
              <a:defRPr sz="1125" b="1">
                <a:solidFill>
                  <a:srgbClr val="DE5A1D"/>
                </a:solidFill>
              </a:defRPr>
            </a:lvl7pPr>
            <a:lvl8pPr algn="l">
              <a:defRPr sz="1125" b="1">
                <a:solidFill>
                  <a:srgbClr val="DE5A1D"/>
                </a:solidFill>
              </a:defRPr>
            </a:lvl8pPr>
            <a:lvl9pPr algn="l">
              <a:defRPr sz="1125" b="1">
                <a:solidFill>
                  <a:srgbClr val="DE5A1D"/>
                </a:solidFill>
              </a:defRPr>
            </a:lvl9pPr>
          </a:lstStyle>
          <a:p>
            <a:pPr algn="l">
              <a:defRPr sz="1125" b="1">
                <a:solidFill>
                  <a:srgbClr val="DE5A1D"/>
                </a:solidFill>
              </a:defRPr>
            </a:pPr>
            <a:r>
              <a:rPr sz="1125" b="1">
                <a:solidFill>
                  <a:srgbClr val="DE5A1D"/>
                </a:solidFill>
              </a:rPr>
              <a:t>MEASURED RESULT B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E294BDD-DED9-4EED-94A2-E124C6ADBD03}"/>
              </a:ext>
            </a:extLst>
          </p:cNvPr>
          <p:cNvSpPr>
            <a:spLocks noGrp="1"/>
          </p:cNvSpPr>
          <p:nvPr/>
        </p:nvSpPr>
        <p:spPr>
          <a:xfrm>
            <a:off x="666750" y="819150"/>
            <a:ext cx="10810875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 algn="l">
              <a:defRPr sz="3000" b="1">
                <a:solidFill>
                  <a:srgbClr val="F7F7F5"/>
                </a:solidFill>
              </a:defRPr>
            </a:defPPr>
            <a:lvl1pPr algn="l">
              <a:defRPr sz="3000" b="1">
                <a:solidFill>
                  <a:srgbClr val="F7F7F5"/>
                </a:solidFill>
              </a:defRPr>
            </a:lvl1pPr>
            <a:lvl2pPr algn="l">
              <a:defRPr sz="3000" b="1">
                <a:solidFill>
                  <a:srgbClr val="F7F7F5"/>
                </a:solidFill>
              </a:defRPr>
            </a:lvl2pPr>
            <a:lvl3pPr algn="l">
              <a:defRPr sz="3000" b="1">
                <a:solidFill>
                  <a:srgbClr val="F7F7F5"/>
                </a:solidFill>
              </a:defRPr>
            </a:lvl3pPr>
            <a:lvl4pPr algn="l">
              <a:defRPr sz="3000" b="1">
                <a:solidFill>
                  <a:srgbClr val="F7F7F5"/>
                </a:solidFill>
              </a:defRPr>
            </a:lvl4pPr>
            <a:lvl5pPr algn="l">
              <a:defRPr sz="3000" b="1">
                <a:solidFill>
                  <a:srgbClr val="F7F7F5"/>
                </a:solidFill>
              </a:defRPr>
            </a:lvl5pPr>
            <a:lvl6pPr algn="l">
              <a:defRPr sz="3000" b="1">
                <a:solidFill>
                  <a:srgbClr val="F7F7F5"/>
                </a:solidFill>
              </a:defRPr>
            </a:lvl6pPr>
            <a:lvl7pPr algn="l">
              <a:defRPr sz="3000" b="1">
                <a:solidFill>
                  <a:srgbClr val="F7F7F5"/>
                </a:solidFill>
              </a:defRPr>
            </a:lvl7pPr>
            <a:lvl8pPr algn="l">
              <a:defRPr sz="3000" b="1">
                <a:solidFill>
                  <a:srgbClr val="F7F7F5"/>
                </a:solidFill>
              </a:defRPr>
            </a:lvl8pPr>
            <a:lvl9pPr algn="l">
              <a:defRPr sz="3000" b="1">
                <a:solidFill>
                  <a:srgbClr val="F7F7F5"/>
                </a:solidFill>
              </a:defRPr>
            </a:lvl9pPr>
          </a:lstStyle>
          <a:p>
            <a:pPr algn="l">
              <a:defRPr sz="3000" b="1">
                <a:solidFill>
                  <a:srgbClr val="F7F7F5"/>
                </a:solidFill>
              </a:defRPr>
            </a:pPr>
            <a:r>
              <a:rPr sz="3000" b="1">
                <a:solidFill>
                  <a:srgbClr val="F7F7F5"/>
                </a:solidFill>
              </a:rPr>
              <a:t>2019 + 2017 model on 2018 flows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94E25B4-C92E-49E2-BBE9-7DCEF0A0518E}"/>
              </a:ext>
            </a:extLst>
          </p:cNvPr>
          <p:cNvSpPr>
            <a:spLocks noGrp="1"/>
          </p:cNvSpPr>
          <p:nvPr/>
        </p:nvSpPr>
        <p:spPr>
          <a:xfrm>
            <a:off x="11125200" y="428625"/>
            <a:ext cx="419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 algn="r">
              <a:defRPr sz="1050" b="0">
                <a:solidFill>
                  <a:srgbClr val="777774"/>
                </a:solidFill>
              </a:defRPr>
            </a:defPPr>
            <a:lvl1pPr algn="r">
              <a:defRPr sz="1050" b="0">
                <a:solidFill>
                  <a:srgbClr val="777774"/>
                </a:solidFill>
              </a:defRPr>
            </a:lvl1pPr>
            <a:lvl2pPr algn="r">
              <a:defRPr sz="1050" b="0">
                <a:solidFill>
                  <a:srgbClr val="777774"/>
                </a:solidFill>
              </a:defRPr>
            </a:lvl2pPr>
            <a:lvl3pPr algn="r">
              <a:defRPr sz="1050" b="0">
                <a:solidFill>
                  <a:srgbClr val="777774"/>
                </a:solidFill>
              </a:defRPr>
            </a:lvl3pPr>
            <a:lvl4pPr algn="r">
              <a:defRPr sz="1050" b="0">
                <a:solidFill>
                  <a:srgbClr val="777774"/>
                </a:solidFill>
              </a:defRPr>
            </a:lvl4pPr>
            <a:lvl5pPr algn="r">
              <a:defRPr sz="1050" b="0">
                <a:solidFill>
                  <a:srgbClr val="777774"/>
                </a:solidFill>
              </a:defRPr>
            </a:lvl5pPr>
            <a:lvl6pPr algn="r">
              <a:defRPr sz="1050" b="0">
                <a:solidFill>
                  <a:srgbClr val="777774"/>
                </a:solidFill>
              </a:defRPr>
            </a:lvl6pPr>
            <a:lvl7pPr algn="r">
              <a:defRPr sz="1050" b="0">
                <a:solidFill>
                  <a:srgbClr val="777774"/>
                </a:solidFill>
              </a:defRPr>
            </a:lvl7pPr>
            <a:lvl8pPr algn="r">
              <a:defRPr sz="1050" b="0">
                <a:solidFill>
                  <a:srgbClr val="777774"/>
                </a:solidFill>
              </a:defRPr>
            </a:lvl8pPr>
            <a:lvl9pPr algn="r">
              <a:defRPr sz="1050" b="0">
                <a:solidFill>
                  <a:srgbClr val="777774"/>
                </a:solidFill>
              </a:defRPr>
            </a:lvl9pPr>
          </a:lstStyle>
          <a:p>
            <a:pPr algn="r">
              <a:defRPr sz="1050" b="0">
                <a:solidFill>
                  <a:srgbClr val="777774"/>
                </a:solidFill>
              </a:defRPr>
            </a:pPr>
            <a:r>
              <a:rPr sz="1050" b="0">
                <a:solidFill>
                  <a:srgbClr val="777774"/>
                </a:solidFill>
              </a:rPr>
              <a:t>10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0EDE031-9884-4C63-911C-F270C3612F25}"/>
              </a:ext>
            </a:extLst>
          </p:cNvPr>
          <p:cNvSpPr>
            <a:spLocks noGrp="1"/>
          </p:cNvSpPr>
          <p:nvPr/>
        </p:nvSpPr>
        <p:spPr>
          <a:xfrm>
            <a:off x="704850" y="1866900"/>
            <a:ext cx="4381500" cy="1257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 algn="l">
              <a:defRPr sz="6075" b="1">
                <a:solidFill>
                  <a:srgbClr val="DE5A1D"/>
                </a:solidFill>
              </a:defRPr>
            </a:defPPr>
            <a:lvl1pPr algn="l">
              <a:defRPr sz="6075" b="1">
                <a:solidFill>
                  <a:srgbClr val="DE5A1D"/>
                </a:solidFill>
              </a:defRPr>
            </a:lvl1pPr>
            <a:lvl2pPr algn="l">
              <a:defRPr sz="6075" b="1">
                <a:solidFill>
                  <a:srgbClr val="DE5A1D"/>
                </a:solidFill>
              </a:defRPr>
            </a:lvl2pPr>
            <a:lvl3pPr algn="l">
              <a:defRPr sz="6075" b="1">
                <a:solidFill>
                  <a:srgbClr val="DE5A1D"/>
                </a:solidFill>
              </a:defRPr>
            </a:lvl3pPr>
            <a:lvl4pPr algn="l">
              <a:defRPr sz="6075" b="1">
                <a:solidFill>
                  <a:srgbClr val="DE5A1D"/>
                </a:solidFill>
              </a:defRPr>
            </a:lvl4pPr>
            <a:lvl5pPr algn="l">
              <a:defRPr sz="6075" b="1">
                <a:solidFill>
                  <a:srgbClr val="DE5A1D"/>
                </a:solidFill>
              </a:defRPr>
            </a:lvl5pPr>
            <a:lvl6pPr algn="l">
              <a:defRPr sz="6075" b="1">
                <a:solidFill>
                  <a:srgbClr val="DE5A1D"/>
                </a:solidFill>
              </a:defRPr>
            </a:lvl6pPr>
            <a:lvl7pPr algn="l">
              <a:defRPr sz="6075" b="1">
                <a:solidFill>
                  <a:srgbClr val="DE5A1D"/>
                </a:solidFill>
              </a:defRPr>
            </a:lvl7pPr>
            <a:lvl8pPr algn="l">
              <a:defRPr sz="6075" b="1">
                <a:solidFill>
                  <a:srgbClr val="DE5A1D"/>
                </a:solidFill>
              </a:defRPr>
            </a:lvl8pPr>
            <a:lvl9pPr algn="l">
              <a:defRPr sz="6075" b="1">
                <a:solidFill>
                  <a:srgbClr val="DE5A1D"/>
                </a:solidFill>
              </a:defRPr>
            </a:lvl9pPr>
          </a:lstStyle>
          <a:p>
            <a:pPr algn="l">
              <a:defRPr sz="6075" b="1">
                <a:solidFill>
                  <a:srgbClr val="DE5A1D"/>
                </a:solidFill>
              </a:defRPr>
            </a:pPr>
            <a:r>
              <a:rPr sz="6075" b="1">
                <a:solidFill>
                  <a:srgbClr val="DE5A1D"/>
                </a:solidFill>
              </a:rPr>
              <a:t>26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A6C6515-0587-4A2E-A1FA-5652E4F74D9A}"/>
              </a:ext>
            </a:extLst>
          </p:cNvPr>
          <p:cNvSpPr>
            <a:spLocks noGrp="1"/>
          </p:cNvSpPr>
          <p:nvPr/>
        </p:nvSpPr>
        <p:spPr>
          <a:xfrm>
            <a:off x="704850" y="3219450"/>
            <a:ext cx="4762500" cy="485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 algn="l">
              <a:defRPr sz="2175" b="1">
                <a:solidFill>
                  <a:srgbClr val="F7F7F5"/>
                </a:solidFill>
              </a:defRPr>
            </a:defPPr>
            <a:lvl1pPr algn="l">
              <a:defRPr sz="2175" b="1">
                <a:solidFill>
                  <a:srgbClr val="F7F7F5"/>
                </a:solidFill>
              </a:defRPr>
            </a:lvl1pPr>
            <a:lvl2pPr algn="l">
              <a:defRPr sz="2175" b="1">
                <a:solidFill>
                  <a:srgbClr val="F7F7F5"/>
                </a:solidFill>
              </a:defRPr>
            </a:lvl2pPr>
            <a:lvl3pPr algn="l">
              <a:defRPr sz="2175" b="1">
                <a:solidFill>
                  <a:srgbClr val="F7F7F5"/>
                </a:solidFill>
              </a:defRPr>
            </a:lvl3pPr>
            <a:lvl4pPr algn="l">
              <a:defRPr sz="2175" b="1">
                <a:solidFill>
                  <a:srgbClr val="F7F7F5"/>
                </a:solidFill>
              </a:defRPr>
            </a:lvl4pPr>
            <a:lvl5pPr algn="l">
              <a:defRPr sz="2175" b="1">
                <a:solidFill>
                  <a:srgbClr val="F7F7F5"/>
                </a:solidFill>
              </a:defRPr>
            </a:lvl5pPr>
            <a:lvl6pPr algn="l">
              <a:defRPr sz="2175" b="1">
                <a:solidFill>
                  <a:srgbClr val="F7F7F5"/>
                </a:solidFill>
              </a:defRPr>
            </a:lvl6pPr>
            <a:lvl7pPr algn="l">
              <a:defRPr sz="2175" b="1">
                <a:solidFill>
                  <a:srgbClr val="F7F7F5"/>
                </a:solidFill>
              </a:defRPr>
            </a:lvl7pPr>
            <a:lvl8pPr algn="l">
              <a:defRPr sz="2175" b="1">
                <a:solidFill>
                  <a:srgbClr val="F7F7F5"/>
                </a:solidFill>
              </a:defRPr>
            </a:lvl8pPr>
            <a:lvl9pPr algn="l">
              <a:defRPr sz="2175" b="1">
                <a:solidFill>
                  <a:srgbClr val="F7F7F5"/>
                </a:solidFill>
              </a:defRPr>
            </a:lvl9pPr>
          </a:lstStyle>
          <a:p>
            <a:pPr algn="l">
              <a:defRPr sz="2175" b="1">
                <a:solidFill>
                  <a:srgbClr val="F7F7F5"/>
                </a:solidFill>
              </a:defRPr>
            </a:pPr>
            <a:r>
              <a:rPr sz="2175" b="1">
                <a:solidFill>
                  <a:srgbClr val="F7F7F5"/>
                </a:solidFill>
              </a:rPr>
              <a:t>DDoS flows detected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8853646-D534-4917-9BFD-AF57B54683F2}"/>
              </a:ext>
            </a:extLst>
          </p:cNvPr>
          <p:cNvSpPr>
            <a:spLocks noGrp="1"/>
          </p:cNvSpPr>
          <p:nvPr/>
        </p:nvSpPr>
        <p:spPr>
          <a:xfrm>
            <a:off x="704850" y="3762375"/>
            <a:ext cx="9810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 algn="l">
              <a:defRPr sz="2025" b="0">
                <a:solidFill>
                  <a:srgbClr val="B6B6B3"/>
                </a:solidFill>
              </a:defRPr>
            </a:defPPr>
            <a:lvl1pPr algn="l">
              <a:defRPr sz="2025" b="0">
                <a:solidFill>
                  <a:srgbClr val="B6B6B3"/>
                </a:solidFill>
              </a:defRPr>
            </a:lvl1pPr>
            <a:lvl2pPr algn="l">
              <a:defRPr sz="2025" b="0">
                <a:solidFill>
                  <a:srgbClr val="B6B6B3"/>
                </a:solidFill>
              </a:defRPr>
            </a:lvl2pPr>
            <a:lvl3pPr algn="l">
              <a:defRPr sz="2025" b="0">
                <a:solidFill>
                  <a:srgbClr val="B6B6B3"/>
                </a:solidFill>
              </a:defRPr>
            </a:lvl3pPr>
            <a:lvl4pPr algn="l">
              <a:defRPr sz="2025" b="0">
                <a:solidFill>
                  <a:srgbClr val="B6B6B3"/>
                </a:solidFill>
              </a:defRPr>
            </a:lvl4pPr>
            <a:lvl5pPr algn="l">
              <a:defRPr sz="2025" b="0">
                <a:solidFill>
                  <a:srgbClr val="B6B6B3"/>
                </a:solidFill>
              </a:defRPr>
            </a:lvl5pPr>
            <a:lvl6pPr algn="l">
              <a:defRPr sz="2025" b="0">
                <a:solidFill>
                  <a:srgbClr val="B6B6B3"/>
                </a:solidFill>
              </a:defRPr>
            </a:lvl6pPr>
            <a:lvl7pPr algn="l">
              <a:defRPr sz="2025" b="0">
                <a:solidFill>
                  <a:srgbClr val="B6B6B3"/>
                </a:solidFill>
              </a:defRPr>
            </a:lvl7pPr>
            <a:lvl8pPr algn="l">
              <a:defRPr sz="2025" b="0">
                <a:solidFill>
                  <a:srgbClr val="B6B6B3"/>
                </a:solidFill>
              </a:defRPr>
            </a:lvl8pPr>
            <a:lvl9pPr algn="l">
              <a:defRPr sz="2025" b="0">
                <a:solidFill>
                  <a:srgbClr val="B6B6B3"/>
                </a:solidFill>
              </a:defRPr>
            </a:lvl9pPr>
          </a:lstStyle>
          <a:p>
            <a:pPr algn="l">
              <a:defRPr sz="2025" b="0">
                <a:solidFill>
                  <a:srgbClr val="B6B6B3"/>
                </a:solidFill>
              </a:defRPr>
            </a:pPr>
            <a:r>
              <a:rPr sz="2025" b="0">
                <a:solidFill>
                  <a:srgbClr val="B6B6B3"/>
                </a:solidFill>
              </a:rPr>
              <a:t>out of 687,742 labeled DDoS flows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6E6B745-A263-47FF-8D4E-68A31ED2A9C3}"/>
              </a:ext>
            </a:extLst>
          </p:cNvPr>
          <p:cNvSpPr>
            <a:spLocks noGrp="1"/>
          </p:cNvSpPr>
          <p:nvPr/>
        </p:nvSpPr>
        <p:spPr>
          <a:xfrm>
            <a:off x="704850" y="4733925"/>
            <a:ext cx="101917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 algn="l">
              <a:defRPr sz="2700" b="1">
                <a:solidFill>
                  <a:srgbClr val="F7F7F5"/>
                </a:solidFill>
              </a:defRPr>
            </a:defPPr>
            <a:lvl1pPr algn="l">
              <a:defRPr sz="2700" b="1">
                <a:solidFill>
                  <a:srgbClr val="F7F7F5"/>
                </a:solidFill>
              </a:defRPr>
            </a:lvl1pPr>
            <a:lvl2pPr algn="l">
              <a:defRPr sz="2700" b="1">
                <a:solidFill>
                  <a:srgbClr val="F7F7F5"/>
                </a:solidFill>
              </a:defRPr>
            </a:lvl2pPr>
            <a:lvl3pPr algn="l">
              <a:defRPr sz="2700" b="1">
                <a:solidFill>
                  <a:srgbClr val="F7F7F5"/>
                </a:solidFill>
              </a:defRPr>
            </a:lvl3pPr>
            <a:lvl4pPr algn="l">
              <a:defRPr sz="2700" b="1">
                <a:solidFill>
                  <a:srgbClr val="F7F7F5"/>
                </a:solidFill>
              </a:defRPr>
            </a:lvl4pPr>
            <a:lvl5pPr algn="l">
              <a:defRPr sz="2700" b="1">
                <a:solidFill>
                  <a:srgbClr val="F7F7F5"/>
                </a:solidFill>
              </a:defRPr>
            </a:lvl5pPr>
            <a:lvl6pPr algn="l">
              <a:defRPr sz="2700" b="1">
                <a:solidFill>
                  <a:srgbClr val="F7F7F5"/>
                </a:solidFill>
              </a:defRPr>
            </a:lvl6pPr>
            <a:lvl7pPr algn="l">
              <a:defRPr sz="2700" b="1">
                <a:solidFill>
                  <a:srgbClr val="F7F7F5"/>
                </a:solidFill>
              </a:defRPr>
            </a:lvl7pPr>
            <a:lvl8pPr algn="l">
              <a:defRPr sz="2700" b="1">
                <a:solidFill>
                  <a:srgbClr val="F7F7F5"/>
                </a:solidFill>
              </a:defRPr>
            </a:lvl8pPr>
            <a:lvl9pPr algn="l">
              <a:defRPr sz="2700" b="1">
                <a:solidFill>
                  <a:srgbClr val="F7F7F5"/>
                </a:solidFill>
              </a:defRPr>
            </a:lvl9pPr>
          </a:lstStyle>
          <a:p>
            <a:pPr algn="l">
              <a:defRPr sz="2700" b="1">
                <a:solidFill>
                  <a:srgbClr val="F7F7F5"/>
                </a:solidFill>
              </a:defRPr>
            </a:pPr>
            <a:r>
              <a:rPr sz="2700" b="1">
                <a:solidFill>
                  <a:srgbClr val="F7F7F5"/>
                </a:solidFill>
              </a:rPr>
              <a:t>0.0038% recall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66C951E-8B7F-4D30-9AC2-B9828B598EA8}"/>
              </a:ext>
            </a:extLst>
          </p:cNvPr>
          <p:cNvSpPr>
            <a:spLocks noGrp="1"/>
          </p:cNvSpPr>
          <p:nvPr/>
        </p:nvSpPr>
        <p:spPr>
          <a:xfrm>
            <a:off x="704850" y="5848350"/>
            <a:ext cx="103822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 algn="l">
              <a:defRPr sz="1725" b="0">
                <a:solidFill>
                  <a:srgbClr val="B6B6B3"/>
                </a:solidFill>
              </a:defRPr>
            </a:defPPr>
            <a:lvl1pPr algn="l">
              <a:defRPr sz="1725" b="0">
                <a:solidFill>
                  <a:srgbClr val="B6B6B3"/>
                </a:solidFill>
              </a:defRPr>
            </a:lvl1pPr>
            <a:lvl2pPr algn="l">
              <a:defRPr sz="1725" b="0">
                <a:solidFill>
                  <a:srgbClr val="B6B6B3"/>
                </a:solidFill>
              </a:defRPr>
            </a:lvl2pPr>
            <a:lvl3pPr algn="l">
              <a:defRPr sz="1725" b="0">
                <a:solidFill>
                  <a:srgbClr val="B6B6B3"/>
                </a:solidFill>
              </a:defRPr>
            </a:lvl3pPr>
            <a:lvl4pPr algn="l">
              <a:defRPr sz="1725" b="0">
                <a:solidFill>
                  <a:srgbClr val="B6B6B3"/>
                </a:solidFill>
              </a:defRPr>
            </a:lvl4pPr>
            <a:lvl5pPr algn="l">
              <a:defRPr sz="1725" b="0">
                <a:solidFill>
                  <a:srgbClr val="B6B6B3"/>
                </a:solidFill>
              </a:defRPr>
            </a:lvl5pPr>
            <a:lvl6pPr algn="l">
              <a:defRPr sz="1725" b="0">
                <a:solidFill>
                  <a:srgbClr val="B6B6B3"/>
                </a:solidFill>
              </a:defRPr>
            </a:lvl6pPr>
            <a:lvl7pPr algn="l">
              <a:defRPr sz="1725" b="0">
                <a:solidFill>
                  <a:srgbClr val="B6B6B3"/>
                </a:solidFill>
              </a:defRPr>
            </a:lvl7pPr>
            <a:lvl8pPr algn="l">
              <a:defRPr sz="1725" b="0">
                <a:solidFill>
                  <a:srgbClr val="B6B6B3"/>
                </a:solidFill>
              </a:defRPr>
            </a:lvl8pPr>
            <a:lvl9pPr algn="l">
              <a:defRPr sz="1725" b="0">
                <a:solidFill>
                  <a:srgbClr val="B6B6B3"/>
                </a:solidFill>
              </a:defRPr>
            </a:lvl9pPr>
          </a:lstStyle>
          <a:p>
            <a:pPr algn="l">
              <a:defRPr sz="1725" b="0">
                <a:solidFill>
                  <a:srgbClr val="B6B6B3"/>
                </a:solidFill>
              </a:defRPr>
            </a:pPr>
            <a:r>
              <a:rPr sz="1725" b="0">
                <a:solidFill>
                  <a:srgbClr val="B6B6B3"/>
                </a:solidFill>
              </a:rPr>
              <a:t>The model generalized poorly to the 2018 traffic pattern. It remains an offline experiment.</a:t>
            </a:r>
          </a:p>
        </p:txBody>
      </p:sp>
    </p:spTree>
    <p:extLst>
      <p:ext uri="{BB962C8B-B14F-4D97-AF65-F5344CB8AC3E}">
        <p14:creationId xmlns:p14="http://schemas.microsoft.com/office/powerpoint/2010/main" val="16029413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2C42683-1596-4B76-B6FD-9B419639917F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7429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 algn="l">
              <a:defRPr sz="1125" b="1">
                <a:solidFill>
                  <a:srgbClr val="DE5A1D"/>
                </a:solidFill>
              </a:defRPr>
            </a:defPPr>
            <a:lvl1pPr algn="l">
              <a:defRPr sz="1125" b="1">
                <a:solidFill>
                  <a:srgbClr val="DE5A1D"/>
                </a:solidFill>
              </a:defRPr>
            </a:lvl1pPr>
            <a:lvl2pPr algn="l">
              <a:defRPr sz="1125" b="1">
                <a:solidFill>
                  <a:srgbClr val="DE5A1D"/>
                </a:solidFill>
              </a:defRPr>
            </a:lvl2pPr>
            <a:lvl3pPr algn="l">
              <a:defRPr sz="1125" b="1">
                <a:solidFill>
                  <a:srgbClr val="DE5A1D"/>
                </a:solidFill>
              </a:defRPr>
            </a:lvl3pPr>
            <a:lvl4pPr algn="l">
              <a:defRPr sz="1125" b="1">
                <a:solidFill>
                  <a:srgbClr val="DE5A1D"/>
                </a:solidFill>
              </a:defRPr>
            </a:lvl4pPr>
            <a:lvl5pPr algn="l">
              <a:defRPr sz="1125" b="1">
                <a:solidFill>
                  <a:srgbClr val="DE5A1D"/>
                </a:solidFill>
              </a:defRPr>
            </a:lvl5pPr>
            <a:lvl6pPr algn="l">
              <a:defRPr sz="1125" b="1">
                <a:solidFill>
                  <a:srgbClr val="DE5A1D"/>
                </a:solidFill>
              </a:defRPr>
            </a:lvl6pPr>
            <a:lvl7pPr algn="l">
              <a:defRPr sz="1125" b="1">
                <a:solidFill>
                  <a:srgbClr val="DE5A1D"/>
                </a:solidFill>
              </a:defRPr>
            </a:lvl7pPr>
            <a:lvl8pPr algn="l">
              <a:defRPr sz="1125" b="1">
                <a:solidFill>
                  <a:srgbClr val="DE5A1D"/>
                </a:solidFill>
              </a:defRPr>
            </a:lvl8pPr>
            <a:lvl9pPr algn="l">
              <a:defRPr sz="1125" b="1">
                <a:solidFill>
                  <a:srgbClr val="DE5A1D"/>
                </a:solidFill>
              </a:defRPr>
            </a:lvl9pPr>
          </a:lstStyle>
          <a:p>
            <a:pPr algn="l">
              <a:defRPr sz="1125" b="1">
                <a:solidFill>
                  <a:srgbClr val="DE5A1D"/>
                </a:solidFill>
              </a:defRPr>
            </a:pPr>
            <a:r>
              <a:rPr sz="1125" b="1">
                <a:solidFill>
                  <a:srgbClr val="DE5A1D"/>
                </a:solidFill>
              </a:rPr>
              <a:t>DEMONSTRATION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44025CE-6AAF-4F7B-9957-D0B74B4898FE}"/>
              </a:ext>
            </a:extLst>
          </p:cNvPr>
          <p:cNvSpPr>
            <a:spLocks noGrp="1"/>
          </p:cNvSpPr>
          <p:nvPr/>
        </p:nvSpPr>
        <p:spPr>
          <a:xfrm>
            <a:off x="666750" y="819150"/>
            <a:ext cx="10810875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 algn="l">
              <a:defRPr sz="3000" b="1">
                <a:solidFill>
                  <a:srgbClr val="F7F7F5"/>
                </a:solidFill>
              </a:defRPr>
            </a:defPPr>
            <a:lvl1pPr algn="l">
              <a:defRPr sz="3000" b="1">
                <a:solidFill>
                  <a:srgbClr val="F7F7F5"/>
                </a:solidFill>
              </a:defRPr>
            </a:lvl1pPr>
            <a:lvl2pPr algn="l">
              <a:defRPr sz="3000" b="1">
                <a:solidFill>
                  <a:srgbClr val="F7F7F5"/>
                </a:solidFill>
              </a:defRPr>
            </a:lvl2pPr>
            <a:lvl3pPr algn="l">
              <a:defRPr sz="3000" b="1">
                <a:solidFill>
                  <a:srgbClr val="F7F7F5"/>
                </a:solidFill>
              </a:defRPr>
            </a:lvl3pPr>
            <a:lvl4pPr algn="l">
              <a:defRPr sz="3000" b="1">
                <a:solidFill>
                  <a:srgbClr val="F7F7F5"/>
                </a:solidFill>
              </a:defRPr>
            </a:lvl4pPr>
            <a:lvl5pPr algn="l">
              <a:defRPr sz="3000" b="1">
                <a:solidFill>
                  <a:srgbClr val="F7F7F5"/>
                </a:solidFill>
              </a:defRPr>
            </a:lvl5pPr>
            <a:lvl6pPr algn="l">
              <a:defRPr sz="3000" b="1">
                <a:solidFill>
                  <a:srgbClr val="F7F7F5"/>
                </a:solidFill>
              </a:defRPr>
            </a:lvl6pPr>
            <a:lvl7pPr algn="l">
              <a:defRPr sz="3000" b="1">
                <a:solidFill>
                  <a:srgbClr val="F7F7F5"/>
                </a:solidFill>
              </a:defRPr>
            </a:lvl7pPr>
            <a:lvl8pPr algn="l">
              <a:defRPr sz="3000" b="1">
                <a:solidFill>
                  <a:srgbClr val="F7F7F5"/>
                </a:solidFill>
              </a:defRPr>
            </a:lvl8pPr>
            <a:lvl9pPr algn="l">
              <a:defRPr sz="3000" b="1">
                <a:solidFill>
                  <a:srgbClr val="F7F7F5"/>
                </a:solidFill>
              </a:defRPr>
            </a:lvl9pPr>
          </a:lstStyle>
          <a:p>
            <a:pPr algn="l">
              <a:defRPr sz="3000" b="1">
                <a:solidFill>
                  <a:srgbClr val="F7F7F5"/>
                </a:solidFill>
              </a:defRPr>
            </a:pPr>
            <a:r>
              <a:rPr sz="3000" b="1">
                <a:solidFill>
                  <a:srgbClr val="F7F7F5"/>
                </a:solidFill>
              </a:rPr>
              <a:t>The working dashboard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288008B-7A05-4958-B4C8-17E159509AA0}"/>
              </a:ext>
            </a:extLst>
          </p:cNvPr>
          <p:cNvSpPr>
            <a:spLocks noGrp="1"/>
          </p:cNvSpPr>
          <p:nvPr/>
        </p:nvSpPr>
        <p:spPr>
          <a:xfrm>
            <a:off x="11125200" y="428625"/>
            <a:ext cx="419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 algn="r">
              <a:defRPr sz="1050" b="0">
                <a:solidFill>
                  <a:srgbClr val="777774"/>
                </a:solidFill>
              </a:defRPr>
            </a:defPPr>
            <a:lvl1pPr algn="r">
              <a:defRPr sz="1050" b="0">
                <a:solidFill>
                  <a:srgbClr val="777774"/>
                </a:solidFill>
              </a:defRPr>
            </a:lvl1pPr>
            <a:lvl2pPr algn="r">
              <a:defRPr sz="1050" b="0">
                <a:solidFill>
                  <a:srgbClr val="777774"/>
                </a:solidFill>
              </a:defRPr>
            </a:lvl2pPr>
            <a:lvl3pPr algn="r">
              <a:defRPr sz="1050" b="0">
                <a:solidFill>
                  <a:srgbClr val="777774"/>
                </a:solidFill>
              </a:defRPr>
            </a:lvl3pPr>
            <a:lvl4pPr algn="r">
              <a:defRPr sz="1050" b="0">
                <a:solidFill>
                  <a:srgbClr val="777774"/>
                </a:solidFill>
              </a:defRPr>
            </a:lvl4pPr>
            <a:lvl5pPr algn="r">
              <a:defRPr sz="1050" b="0">
                <a:solidFill>
                  <a:srgbClr val="777774"/>
                </a:solidFill>
              </a:defRPr>
            </a:lvl5pPr>
            <a:lvl6pPr algn="r">
              <a:defRPr sz="1050" b="0">
                <a:solidFill>
                  <a:srgbClr val="777774"/>
                </a:solidFill>
              </a:defRPr>
            </a:lvl6pPr>
            <a:lvl7pPr algn="r">
              <a:defRPr sz="1050" b="0">
                <a:solidFill>
                  <a:srgbClr val="777774"/>
                </a:solidFill>
              </a:defRPr>
            </a:lvl7pPr>
            <a:lvl8pPr algn="r">
              <a:defRPr sz="1050" b="0">
                <a:solidFill>
                  <a:srgbClr val="777774"/>
                </a:solidFill>
              </a:defRPr>
            </a:lvl8pPr>
            <a:lvl9pPr algn="r">
              <a:defRPr sz="1050" b="0">
                <a:solidFill>
                  <a:srgbClr val="777774"/>
                </a:solidFill>
              </a:defRPr>
            </a:lvl9pPr>
          </a:lstStyle>
          <a:p>
            <a:pPr algn="r">
              <a:defRPr sz="1050" b="0">
                <a:solidFill>
                  <a:srgbClr val="777774"/>
                </a:solidFill>
              </a:defRPr>
            </a:pPr>
            <a:r>
              <a:rPr sz="1050" b="0">
                <a:solidFill>
                  <a:srgbClr val="777774"/>
                </a:solidFill>
              </a:rPr>
              <a:t>11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39F8B6B-994B-4960-80B6-1168AC5FAD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574800" y="1485900"/>
            <a:ext cx="9042400" cy="5086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77811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0EE4C3E3-9084-4E27-B0A3-59B7777F59A9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7429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 algn="l">
              <a:defRPr sz="1125" b="1">
                <a:solidFill>
                  <a:srgbClr val="DE5A1D"/>
                </a:solidFill>
              </a:defRPr>
            </a:defPPr>
            <a:lvl1pPr algn="l">
              <a:defRPr sz="1125" b="1">
                <a:solidFill>
                  <a:srgbClr val="DE5A1D"/>
                </a:solidFill>
              </a:defRPr>
            </a:lvl1pPr>
            <a:lvl2pPr algn="l">
              <a:defRPr sz="1125" b="1">
                <a:solidFill>
                  <a:srgbClr val="DE5A1D"/>
                </a:solidFill>
              </a:defRPr>
            </a:lvl2pPr>
            <a:lvl3pPr algn="l">
              <a:defRPr sz="1125" b="1">
                <a:solidFill>
                  <a:srgbClr val="DE5A1D"/>
                </a:solidFill>
              </a:defRPr>
            </a:lvl3pPr>
            <a:lvl4pPr algn="l">
              <a:defRPr sz="1125" b="1">
                <a:solidFill>
                  <a:srgbClr val="DE5A1D"/>
                </a:solidFill>
              </a:defRPr>
            </a:lvl4pPr>
            <a:lvl5pPr algn="l">
              <a:defRPr sz="1125" b="1">
                <a:solidFill>
                  <a:srgbClr val="DE5A1D"/>
                </a:solidFill>
              </a:defRPr>
            </a:lvl5pPr>
            <a:lvl6pPr algn="l">
              <a:defRPr sz="1125" b="1">
                <a:solidFill>
                  <a:srgbClr val="DE5A1D"/>
                </a:solidFill>
              </a:defRPr>
            </a:lvl6pPr>
            <a:lvl7pPr algn="l">
              <a:defRPr sz="1125" b="1">
                <a:solidFill>
                  <a:srgbClr val="DE5A1D"/>
                </a:solidFill>
              </a:defRPr>
            </a:lvl7pPr>
            <a:lvl8pPr algn="l">
              <a:defRPr sz="1125" b="1">
                <a:solidFill>
                  <a:srgbClr val="DE5A1D"/>
                </a:solidFill>
              </a:defRPr>
            </a:lvl8pPr>
            <a:lvl9pPr algn="l">
              <a:defRPr sz="1125" b="1">
                <a:solidFill>
                  <a:srgbClr val="DE5A1D"/>
                </a:solidFill>
              </a:defRPr>
            </a:lvl9pPr>
          </a:lstStyle>
          <a:p>
            <a:pPr algn="l">
              <a:defRPr sz="1125" b="1">
                <a:solidFill>
                  <a:srgbClr val="DE5A1D"/>
                </a:solidFill>
              </a:defRPr>
            </a:pPr>
            <a:r>
              <a:rPr sz="1125" b="1">
                <a:solidFill>
                  <a:srgbClr val="DE5A1D"/>
                </a:solidFill>
              </a:rPr>
              <a:t>PROJECT STATUS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DB668EA-71CB-4833-AB32-8B6955E5ED4A}"/>
              </a:ext>
            </a:extLst>
          </p:cNvPr>
          <p:cNvSpPr>
            <a:spLocks noGrp="1"/>
          </p:cNvSpPr>
          <p:nvPr/>
        </p:nvSpPr>
        <p:spPr>
          <a:xfrm>
            <a:off x="666750" y="819150"/>
            <a:ext cx="10810875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 algn="l">
              <a:defRPr sz="3000" b="1">
                <a:solidFill>
                  <a:srgbClr val="F7F7F5"/>
                </a:solidFill>
              </a:defRPr>
            </a:defPPr>
            <a:lvl1pPr algn="l">
              <a:defRPr sz="3000" b="1">
                <a:solidFill>
                  <a:srgbClr val="F7F7F5"/>
                </a:solidFill>
              </a:defRPr>
            </a:lvl1pPr>
            <a:lvl2pPr algn="l">
              <a:defRPr sz="3000" b="1">
                <a:solidFill>
                  <a:srgbClr val="F7F7F5"/>
                </a:solidFill>
              </a:defRPr>
            </a:lvl2pPr>
            <a:lvl3pPr algn="l">
              <a:defRPr sz="3000" b="1">
                <a:solidFill>
                  <a:srgbClr val="F7F7F5"/>
                </a:solidFill>
              </a:defRPr>
            </a:lvl3pPr>
            <a:lvl4pPr algn="l">
              <a:defRPr sz="3000" b="1">
                <a:solidFill>
                  <a:srgbClr val="F7F7F5"/>
                </a:solidFill>
              </a:defRPr>
            </a:lvl4pPr>
            <a:lvl5pPr algn="l">
              <a:defRPr sz="3000" b="1">
                <a:solidFill>
                  <a:srgbClr val="F7F7F5"/>
                </a:solidFill>
              </a:defRPr>
            </a:lvl5pPr>
            <a:lvl6pPr algn="l">
              <a:defRPr sz="3000" b="1">
                <a:solidFill>
                  <a:srgbClr val="F7F7F5"/>
                </a:solidFill>
              </a:defRPr>
            </a:lvl6pPr>
            <a:lvl7pPr algn="l">
              <a:defRPr sz="3000" b="1">
                <a:solidFill>
                  <a:srgbClr val="F7F7F5"/>
                </a:solidFill>
              </a:defRPr>
            </a:lvl7pPr>
            <a:lvl8pPr algn="l">
              <a:defRPr sz="3000" b="1">
                <a:solidFill>
                  <a:srgbClr val="F7F7F5"/>
                </a:solidFill>
              </a:defRPr>
            </a:lvl8pPr>
            <a:lvl9pPr algn="l">
              <a:defRPr sz="3000" b="1">
                <a:solidFill>
                  <a:srgbClr val="F7F7F5"/>
                </a:solidFill>
              </a:defRPr>
            </a:lvl9pPr>
          </a:lstStyle>
          <a:p>
            <a:pPr algn="l">
              <a:defRPr sz="3000" b="1">
                <a:solidFill>
                  <a:srgbClr val="F7F7F5"/>
                </a:solidFill>
              </a:defRPr>
            </a:pPr>
            <a:r>
              <a:rPr sz="3000" b="1">
                <a:solidFill>
                  <a:srgbClr val="F7F7F5"/>
                </a:solidFill>
              </a:rPr>
              <a:t>What the prototype delivers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499DC45-1176-402A-8A10-C9791FE5FF5B}"/>
              </a:ext>
            </a:extLst>
          </p:cNvPr>
          <p:cNvSpPr>
            <a:spLocks noGrp="1"/>
          </p:cNvSpPr>
          <p:nvPr/>
        </p:nvSpPr>
        <p:spPr>
          <a:xfrm>
            <a:off x="11125200" y="428625"/>
            <a:ext cx="419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 algn="r">
              <a:defRPr sz="1050" b="0">
                <a:solidFill>
                  <a:srgbClr val="777774"/>
                </a:solidFill>
              </a:defRPr>
            </a:defPPr>
            <a:lvl1pPr algn="r">
              <a:defRPr sz="1050" b="0">
                <a:solidFill>
                  <a:srgbClr val="777774"/>
                </a:solidFill>
              </a:defRPr>
            </a:lvl1pPr>
            <a:lvl2pPr algn="r">
              <a:defRPr sz="1050" b="0">
                <a:solidFill>
                  <a:srgbClr val="777774"/>
                </a:solidFill>
              </a:defRPr>
            </a:lvl2pPr>
            <a:lvl3pPr algn="r">
              <a:defRPr sz="1050" b="0">
                <a:solidFill>
                  <a:srgbClr val="777774"/>
                </a:solidFill>
              </a:defRPr>
            </a:lvl3pPr>
            <a:lvl4pPr algn="r">
              <a:defRPr sz="1050" b="0">
                <a:solidFill>
                  <a:srgbClr val="777774"/>
                </a:solidFill>
              </a:defRPr>
            </a:lvl4pPr>
            <a:lvl5pPr algn="r">
              <a:defRPr sz="1050" b="0">
                <a:solidFill>
                  <a:srgbClr val="777774"/>
                </a:solidFill>
              </a:defRPr>
            </a:lvl5pPr>
            <a:lvl6pPr algn="r">
              <a:defRPr sz="1050" b="0">
                <a:solidFill>
                  <a:srgbClr val="777774"/>
                </a:solidFill>
              </a:defRPr>
            </a:lvl6pPr>
            <a:lvl7pPr algn="r">
              <a:defRPr sz="1050" b="0">
                <a:solidFill>
                  <a:srgbClr val="777774"/>
                </a:solidFill>
              </a:defRPr>
            </a:lvl7pPr>
            <a:lvl8pPr algn="r">
              <a:defRPr sz="1050" b="0">
                <a:solidFill>
                  <a:srgbClr val="777774"/>
                </a:solidFill>
              </a:defRPr>
            </a:lvl8pPr>
            <a:lvl9pPr algn="r">
              <a:defRPr sz="1050" b="0">
                <a:solidFill>
                  <a:srgbClr val="777774"/>
                </a:solidFill>
              </a:defRPr>
            </a:lvl9pPr>
          </a:lstStyle>
          <a:p>
            <a:pPr algn="r">
              <a:defRPr sz="1050" b="0">
                <a:solidFill>
                  <a:srgbClr val="777774"/>
                </a:solidFill>
              </a:defRPr>
            </a:pPr>
            <a:r>
              <a:rPr sz="1050" b="0">
                <a:solidFill>
                  <a:srgbClr val="777774"/>
                </a:solidFill>
              </a:rPr>
              <a:t>12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28ABF8B-00E3-4657-9CB3-377CCB63B495}"/>
              </a:ext>
            </a:extLst>
          </p:cNvPr>
          <p:cNvSpPr>
            <a:spLocks noGrp="1"/>
          </p:cNvSpPr>
          <p:nvPr/>
        </p:nvSpPr>
        <p:spPr>
          <a:xfrm>
            <a:off x="685800" y="2057400"/>
            <a:ext cx="5905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 algn="l">
              <a:defRPr sz="1875" b="1">
                <a:solidFill>
                  <a:srgbClr val="DE5A1D"/>
                </a:solidFill>
              </a:defRPr>
            </a:defPPr>
            <a:lvl1pPr algn="l">
              <a:defRPr sz="1875" b="1">
                <a:solidFill>
                  <a:srgbClr val="DE5A1D"/>
                </a:solidFill>
              </a:defRPr>
            </a:lvl1pPr>
            <a:lvl2pPr algn="l">
              <a:defRPr sz="1875" b="1">
                <a:solidFill>
                  <a:srgbClr val="DE5A1D"/>
                </a:solidFill>
              </a:defRPr>
            </a:lvl2pPr>
            <a:lvl3pPr algn="l">
              <a:defRPr sz="1875" b="1">
                <a:solidFill>
                  <a:srgbClr val="DE5A1D"/>
                </a:solidFill>
              </a:defRPr>
            </a:lvl3pPr>
            <a:lvl4pPr algn="l">
              <a:defRPr sz="1875" b="1">
                <a:solidFill>
                  <a:srgbClr val="DE5A1D"/>
                </a:solidFill>
              </a:defRPr>
            </a:lvl4pPr>
            <a:lvl5pPr algn="l">
              <a:defRPr sz="1875" b="1">
                <a:solidFill>
                  <a:srgbClr val="DE5A1D"/>
                </a:solidFill>
              </a:defRPr>
            </a:lvl5pPr>
            <a:lvl6pPr algn="l">
              <a:defRPr sz="1875" b="1">
                <a:solidFill>
                  <a:srgbClr val="DE5A1D"/>
                </a:solidFill>
              </a:defRPr>
            </a:lvl6pPr>
            <a:lvl7pPr algn="l">
              <a:defRPr sz="1875" b="1">
                <a:solidFill>
                  <a:srgbClr val="DE5A1D"/>
                </a:solidFill>
              </a:defRPr>
            </a:lvl7pPr>
            <a:lvl8pPr algn="l">
              <a:defRPr sz="1875" b="1">
                <a:solidFill>
                  <a:srgbClr val="DE5A1D"/>
                </a:solidFill>
              </a:defRPr>
            </a:lvl8pPr>
            <a:lvl9pPr algn="l">
              <a:defRPr sz="1875" b="1">
                <a:solidFill>
                  <a:srgbClr val="DE5A1D"/>
                </a:solidFill>
              </a:defRPr>
            </a:lvl9pPr>
          </a:lstStyle>
          <a:p>
            <a:pPr algn="l">
              <a:defRPr sz="1875" b="1">
                <a:solidFill>
                  <a:srgbClr val="DE5A1D"/>
                </a:solidFill>
              </a:defRPr>
            </a:pPr>
            <a:r>
              <a:rPr sz="1875" b="1">
                <a:solidFill>
                  <a:srgbClr val="DE5A1D"/>
                </a:solidFill>
              </a:rPr>
              <a:t>01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0C48C7B-F412-47F3-AF20-5240D0B817F8}"/>
              </a:ext>
            </a:extLst>
          </p:cNvPr>
          <p:cNvSpPr>
            <a:spLocks noGrp="1"/>
          </p:cNvSpPr>
          <p:nvPr/>
        </p:nvSpPr>
        <p:spPr>
          <a:xfrm>
            <a:off x="1400175" y="2057400"/>
            <a:ext cx="2905125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 algn="l">
              <a:defRPr sz="1950" b="1">
                <a:solidFill>
                  <a:srgbClr val="F7F7F5"/>
                </a:solidFill>
              </a:defRPr>
            </a:defPPr>
            <a:lvl1pPr algn="l">
              <a:defRPr sz="1950" b="1">
                <a:solidFill>
                  <a:srgbClr val="F7F7F5"/>
                </a:solidFill>
              </a:defRPr>
            </a:lvl1pPr>
            <a:lvl2pPr algn="l">
              <a:defRPr sz="1950" b="1">
                <a:solidFill>
                  <a:srgbClr val="F7F7F5"/>
                </a:solidFill>
              </a:defRPr>
            </a:lvl2pPr>
            <a:lvl3pPr algn="l">
              <a:defRPr sz="1950" b="1">
                <a:solidFill>
                  <a:srgbClr val="F7F7F5"/>
                </a:solidFill>
              </a:defRPr>
            </a:lvl3pPr>
            <a:lvl4pPr algn="l">
              <a:defRPr sz="1950" b="1">
                <a:solidFill>
                  <a:srgbClr val="F7F7F5"/>
                </a:solidFill>
              </a:defRPr>
            </a:lvl4pPr>
            <a:lvl5pPr algn="l">
              <a:defRPr sz="1950" b="1">
                <a:solidFill>
                  <a:srgbClr val="F7F7F5"/>
                </a:solidFill>
              </a:defRPr>
            </a:lvl5pPr>
            <a:lvl6pPr algn="l">
              <a:defRPr sz="1950" b="1">
                <a:solidFill>
                  <a:srgbClr val="F7F7F5"/>
                </a:solidFill>
              </a:defRPr>
            </a:lvl6pPr>
            <a:lvl7pPr algn="l">
              <a:defRPr sz="1950" b="1">
                <a:solidFill>
                  <a:srgbClr val="F7F7F5"/>
                </a:solidFill>
              </a:defRPr>
            </a:lvl7pPr>
            <a:lvl8pPr algn="l">
              <a:defRPr sz="1950" b="1">
                <a:solidFill>
                  <a:srgbClr val="F7F7F5"/>
                </a:solidFill>
              </a:defRPr>
            </a:lvl8pPr>
            <a:lvl9pPr algn="l">
              <a:defRPr sz="1950" b="1">
                <a:solidFill>
                  <a:srgbClr val="F7F7F5"/>
                </a:solidFill>
              </a:defRPr>
            </a:lvl9pPr>
          </a:lstStyle>
          <a:p>
            <a:pPr algn="l">
              <a:defRPr sz="1950" b="1">
                <a:solidFill>
                  <a:srgbClr val="F7F7F5"/>
                </a:solidFill>
              </a:defRPr>
            </a:pPr>
            <a:r>
              <a:rPr sz="1950" b="1">
                <a:solidFill>
                  <a:srgbClr val="F7F7F5"/>
                </a:solidFill>
              </a:rPr>
              <a:t>Monitoring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A257980-1B51-4B2A-B162-238C6D353C37}"/>
              </a:ext>
            </a:extLst>
          </p:cNvPr>
          <p:cNvSpPr>
            <a:spLocks noGrp="1"/>
          </p:cNvSpPr>
          <p:nvPr/>
        </p:nvSpPr>
        <p:spPr>
          <a:xfrm>
            <a:off x="4476750" y="2076450"/>
            <a:ext cx="67627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 algn="l">
              <a:defRPr sz="1650" b="0">
                <a:solidFill>
                  <a:srgbClr val="B6B6B3"/>
                </a:solidFill>
              </a:defRPr>
            </a:defPPr>
            <a:lvl1pPr algn="l">
              <a:defRPr sz="1650" b="0">
                <a:solidFill>
                  <a:srgbClr val="B6B6B3"/>
                </a:solidFill>
              </a:defRPr>
            </a:lvl1pPr>
            <a:lvl2pPr algn="l">
              <a:defRPr sz="1650" b="0">
                <a:solidFill>
                  <a:srgbClr val="B6B6B3"/>
                </a:solidFill>
              </a:defRPr>
            </a:lvl2pPr>
            <a:lvl3pPr algn="l">
              <a:defRPr sz="1650" b="0">
                <a:solidFill>
                  <a:srgbClr val="B6B6B3"/>
                </a:solidFill>
              </a:defRPr>
            </a:lvl3pPr>
            <a:lvl4pPr algn="l">
              <a:defRPr sz="1650" b="0">
                <a:solidFill>
                  <a:srgbClr val="B6B6B3"/>
                </a:solidFill>
              </a:defRPr>
            </a:lvl4pPr>
            <a:lvl5pPr algn="l">
              <a:defRPr sz="1650" b="0">
                <a:solidFill>
                  <a:srgbClr val="B6B6B3"/>
                </a:solidFill>
              </a:defRPr>
            </a:lvl5pPr>
            <a:lvl6pPr algn="l">
              <a:defRPr sz="1650" b="0">
                <a:solidFill>
                  <a:srgbClr val="B6B6B3"/>
                </a:solidFill>
              </a:defRPr>
            </a:lvl6pPr>
            <a:lvl7pPr algn="l">
              <a:defRPr sz="1650" b="0">
                <a:solidFill>
                  <a:srgbClr val="B6B6B3"/>
                </a:solidFill>
              </a:defRPr>
            </a:lvl7pPr>
            <a:lvl8pPr algn="l">
              <a:defRPr sz="1650" b="0">
                <a:solidFill>
                  <a:srgbClr val="B6B6B3"/>
                </a:solidFill>
              </a:defRPr>
            </a:lvl8pPr>
            <a:lvl9pPr algn="l">
              <a:defRPr sz="1650" b="0">
                <a:solidFill>
                  <a:srgbClr val="B6B6B3"/>
                </a:solidFill>
              </a:defRPr>
            </a:lvl9pPr>
          </a:lstStyle>
          <a:p>
            <a:pPr algn="l">
              <a:defRPr sz="1650" b="0">
                <a:solidFill>
                  <a:srgbClr val="B6B6B3"/>
                </a:solidFill>
              </a:defRPr>
            </a:pPr>
            <a:r>
              <a:rPr sz="1650" b="0">
                <a:solidFill>
                  <a:srgbClr val="B6B6B3"/>
                </a:solidFill>
              </a:rPr>
              <a:t>Offline and bounded live inputs produce packet-window measurements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E5FAA35-25AD-4BE7-9EDB-250934FF1EC9}"/>
              </a:ext>
            </a:extLst>
          </p:cNvPr>
          <p:cNvSpPr>
            <a:spLocks noGrp="1"/>
          </p:cNvSpPr>
          <p:nvPr/>
        </p:nvSpPr>
        <p:spPr>
          <a:xfrm>
            <a:off x="685800" y="3124200"/>
            <a:ext cx="5905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 algn="l">
              <a:defRPr sz="1875" b="1">
                <a:solidFill>
                  <a:srgbClr val="DE5A1D"/>
                </a:solidFill>
              </a:defRPr>
            </a:defPPr>
            <a:lvl1pPr algn="l">
              <a:defRPr sz="1875" b="1">
                <a:solidFill>
                  <a:srgbClr val="DE5A1D"/>
                </a:solidFill>
              </a:defRPr>
            </a:lvl1pPr>
            <a:lvl2pPr algn="l">
              <a:defRPr sz="1875" b="1">
                <a:solidFill>
                  <a:srgbClr val="DE5A1D"/>
                </a:solidFill>
              </a:defRPr>
            </a:lvl2pPr>
            <a:lvl3pPr algn="l">
              <a:defRPr sz="1875" b="1">
                <a:solidFill>
                  <a:srgbClr val="DE5A1D"/>
                </a:solidFill>
              </a:defRPr>
            </a:lvl3pPr>
            <a:lvl4pPr algn="l">
              <a:defRPr sz="1875" b="1">
                <a:solidFill>
                  <a:srgbClr val="DE5A1D"/>
                </a:solidFill>
              </a:defRPr>
            </a:lvl4pPr>
            <a:lvl5pPr algn="l">
              <a:defRPr sz="1875" b="1">
                <a:solidFill>
                  <a:srgbClr val="DE5A1D"/>
                </a:solidFill>
              </a:defRPr>
            </a:lvl5pPr>
            <a:lvl6pPr algn="l">
              <a:defRPr sz="1875" b="1">
                <a:solidFill>
                  <a:srgbClr val="DE5A1D"/>
                </a:solidFill>
              </a:defRPr>
            </a:lvl6pPr>
            <a:lvl7pPr algn="l">
              <a:defRPr sz="1875" b="1">
                <a:solidFill>
                  <a:srgbClr val="DE5A1D"/>
                </a:solidFill>
              </a:defRPr>
            </a:lvl7pPr>
            <a:lvl8pPr algn="l">
              <a:defRPr sz="1875" b="1">
                <a:solidFill>
                  <a:srgbClr val="DE5A1D"/>
                </a:solidFill>
              </a:defRPr>
            </a:lvl8pPr>
            <a:lvl9pPr algn="l">
              <a:defRPr sz="1875" b="1">
                <a:solidFill>
                  <a:srgbClr val="DE5A1D"/>
                </a:solidFill>
              </a:defRPr>
            </a:lvl9pPr>
          </a:lstStyle>
          <a:p>
            <a:pPr algn="l">
              <a:defRPr sz="1875" b="1">
                <a:solidFill>
                  <a:srgbClr val="DE5A1D"/>
                </a:solidFill>
              </a:defRPr>
            </a:pPr>
            <a:r>
              <a:rPr sz="1875" b="1">
                <a:solidFill>
                  <a:srgbClr val="DE5A1D"/>
                </a:solidFill>
              </a:rPr>
              <a:t>02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B571F47-6665-4927-8E4F-E48C7A1DA5A5}"/>
              </a:ext>
            </a:extLst>
          </p:cNvPr>
          <p:cNvSpPr>
            <a:spLocks noGrp="1"/>
          </p:cNvSpPr>
          <p:nvPr/>
        </p:nvSpPr>
        <p:spPr>
          <a:xfrm>
            <a:off x="1400175" y="3124200"/>
            <a:ext cx="2905125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 algn="l">
              <a:defRPr sz="1950" b="1">
                <a:solidFill>
                  <a:srgbClr val="F7F7F5"/>
                </a:solidFill>
              </a:defRPr>
            </a:defPPr>
            <a:lvl1pPr algn="l">
              <a:defRPr sz="1950" b="1">
                <a:solidFill>
                  <a:srgbClr val="F7F7F5"/>
                </a:solidFill>
              </a:defRPr>
            </a:lvl1pPr>
            <a:lvl2pPr algn="l">
              <a:defRPr sz="1950" b="1">
                <a:solidFill>
                  <a:srgbClr val="F7F7F5"/>
                </a:solidFill>
              </a:defRPr>
            </a:lvl2pPr>
            <a:lvl3pPr algn="l">
              <a:defRPr sz="1950" b="1">
                <a:solidFill>
                  <a:srgbClr val="F7F7F5"/>
                </a:solidFill>
              </a:defRPr>
            </a:lvl3pPr>
            <a:lvl4pPr algn="l">
              <a:defRPr sz="1950" b="1">
                <a:solidFill>
                  <a:srgbClr val="F7F7F5"/>
                </a:solidFill>
              </a:defRPr>
            </a:lvl4pPr>
            <a:lvl5pPr algn="l">
              <a:defRPr sz="1950" b="1">
                <a:solidFill>
                  <a:srgbClr val="F7F7F5"/>
                </a:solidFill>
              </a:defRPr>
            </a:lvl5pPr>
            <a:lvl6pPr algn="l">
              <a:defRPr sz="1950" b="1">
                <a:solidFill>
                  <a:srgbClr val="F7F7F5"/>
                </a:solidFill>
              </a:defRPr>
            </a:lvl6pPr>
            <a:lvl7pPr algn="l">
              <a:defRPr sz="1950" b="1">
                <a:solidFill>
                  <a:srgbClr val="F7F7F5"/>
                </a:solidFill>
              </a:defRPr>
            </a:lvl7pPr>
            <a:lvl8pPr algn="l">
              <a:defRPr sz="1950" b="1">
                <a:solidFill>
                  <a:srgbClr val="F7F7F5"/>
                </a:solidFill>
              </a:defRPr>
            </a:lvl8pPr>
            <a:lvl9pPr algn="l">
              <a:defRPr sz="1950" b="1">
                <a:solidFill>
                  <a:srgbClr val="F7F7F5"/>
                </a:solidFill>
              </a:defRPr>
            </a:lvl9pPr>
          </a:lstStyle>
          <a:p>
            <a:pPr algn="l">
              <a:defRPr sz="1950" b="1">
                <a:solidFill>
                  <a:srgbClr val="F7F7F5"/>
                </a:solidFill>
              </a:defRPr>
            </a:pPr>
            <a:r>
              <a:rPr sz="1950" b="1">
                <a:solidFill>
                  <a:srgbClr val="F7F7F5"/>
                </a:solidFill>
              </a:rPr>
              <a:t>Explanation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EB8EC25-13EF-4A9D-8C6C-167EF6A1C53B}"/>
              </a:ext>
            </a:extLst>
          </p:cNvPr>
          <p:cNvSpPr>
            <a:spLocks noGrp="1"/>
          </p:cNvSpPr>
          <p:nvPr/>
        </p:nvSpPr>
        <p:spPr>
          <a:xfrm>
            <a:off x="4476750" y="3143250"/>
            <a:ext cx="67627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 algn="l">
              <a:defRPr sz="1650" b="0">
                <a:solidFill>
                  <a:srgbClr val="B6B6B3"/>
                </a:solidFill>
              </a:defRPr>
            </a:defPPr>
            <a:lvl1pPr algn="l">
              <a:defRPr sz="1650" b="0">
                <a:solidFill>
                  <a:srgbClr val="B6B6B3"/>
                </a:solidFill>
              </a:defRPr>
            </a:lvl1pPr>
            <a:lvl2pPr algn="l">
              <a:defRPr sz="1650" b="0">
                <a:solidFill>
                  <a:srgbClr val="B6B6B3"/>
                </a:solidFill>
              </a:defRPr>
            </a:lvl2pPr>
            <a:lvl3pPr algn="l">
              <a:defRPr sz="1650" b="0">
                <a:solidFill>
                  <a:srgbClr val="B6B6B3"/>
                </a:solidFill>
              </a:defRPr>
            </a:lvl3pPr>
            <a:lvl4pPr algn="l">
              <a:defRPr sz="1650" b="0">
                <a:solidFill>
                  <a:srgbClr val="B6B6B3"/>
                </a:solidFill>
              </a:defRPr>
            </a:lvl4pPr>
            <a:lvl5pPr algn="l">
              <a:defRPr sz="1650" b="0">
                <a:solidFill>
                  <a:srgbClr val="B6B6B3"/>
                </a:solidFill>
              </a:defRPr>
            </a:lvl5pPr>
            <a:lvl6pPr algn="l">
              <a:defRPr sz="1650" b="0">
                <a:solidFill>
                  <a:srgbClr val="B6B6B3"/>
                </a:solidFill>
              </a:defRPr>
            </a:lvl6pPr>
            <a:lvl7pPr algn="l">
              <a:defRPr sz="1650" b="0">
                <a:solidFill>
                  <a:srgbClr val="B6B6B3"/>
                </a:solidFill>
              </a:defRPr>
            </a:lvl7pPr>
            <a:lvl8pPr algn="l">
              <a:defRPr sz="1650" b="0">
                <a:solidFill>
                  <a:srgbClr val="B6B6B3"/>
                </a:solidFill>
              </a:defRPr>
            </a:lvl8pPr>
            <a:lvl9pPr algn="l">
              <a:defRPr sz="1650" b="0">
                <a:solidFill>
                  <a:srgbClr val="B6B6B3"/>
                </a:solidFill>
              </a:defRPr>
            </a:lvl9pPr>
          </a:lstStyle>
          <a:p>
            <a:pPr algn="l">
              <a:defRPr sz="1650" b="0">
                <a:solidFill>
                  <a:srgbClr val="B6B6B3"/>
                </a:solidFill>
              </a:defRPr>
            </a:pPr>
            <a:r>
              <a:rPr sz="1650" b="0">
                <a:solidFill>
                  <a:srgbClr val="B6B6B3"/>
                </a:solidFill>
              </a:rPr>
              <a:t>Rule labels, chart, per-window reasons and SQLite alert history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AC207B7-7278-461B-BBB5-6882CB562E22}"/>
              </a:ext>
            </a:extLst>
          </p:cNvPr>
          <p:cNvSpPr>
            <a:spLocks noGrp="1"/>
          </p:cNvSpPr>
          <p:nvPr/>
        </p:nvSpPr>
        <p:spPr>
          <a:xfrm>
            <a:off x="685800" y="4191000"/>
            <a:ext cx="5905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 algn="l">
              <a:defRPr sz="1875" b="1">
                <a:solidFill>
                  <a:srgbClr val="DE5A1D"/>
                </a:solidFill>
              </a:defRPr>
            </a:defPPr>
            <a:lvl1pPr algn="l">
              <a:defRPr sz="1875" b="1">
                <a:solidFill>
                  <a:srgbClr val="DE5A1D"/>
                </a:solidFill>
              </a:defRPr>
            </a:lvl1pPr>
            <a:lvl2pPr algn="l">
              <a:defRPr sz="1875" b="1">
                <a:solidFill>
                  <a:srgbClr val="DE5A1D"/>
                </a:solidFill>
              </a:defRPr>
            </a:lvl2pPr>
            <a:lvl3pPr algn="l">
              <a:defRPr sz="1875" b="1">
                <a:solidFill>
                  <a:srgbClr val="DE5A1D"/>
                </a:solidFill>
              </a:defRPr>
            </a:lvl3pPr>
            <a:lvl4pPr algn="l">
              <a:defRPr sz="1875" b="1">
                <a:solidFill>
                  <a:srgbClr val="DE5A1D"/>
                </a:solidFill>
              </a:defRPr>
            </a:lvl4pPr>
            <a:lvl5pPr algn="l">
              <a:defRPr sz="1875" b="1">
                <a:solidFill>
                  <a:srgbClr val="DE5A1D"/>
                </a:solidFill>
              </a:defRPr>
            </a:lvl5pPr>
            <a:lvl6pPr algn="l">
              <a:defRPr sz="1875" b="1">
                <a:solidFill>
                  <a:srgbClr val="DE5A1D"/>
                </a:solidFill>
              </a:defRPr>
            </a:lvl6pPr>
            <a:lvl7pPr algn="l">
              <a:defRPr sz="1875" b="1">
                <a:solidFill>
                  <a:srgbClr val="DE5A1D"/>
                </a:solidFill>
              </a:defRPr>
            </a:lvl7pPr>
            <a:lvl8pPr algn="l">
              <a:defRPr sz="1875" b="1">
                <a:solidFill>
                  <a:srgbClr val="DE5A1D"/>
                </a:solidFill>
              </a:defRPr>
            </a:lvl8pPr>
            <a:lvl9pPr algn="l">
              <a:defRPr sz="1875" b="1">
                <a:solidFill>
                  <a:srgbClr val="DE5A1D"/>
                </a:solidFill>
              </a:defRPr>
            </a:lvl9pPr>
          </a:lstStyle>
          <a:p>
            <a:pPr algn="l">
              <a:defRPr sz="1875" b="1">
                <a:solidFill>
                  <a:srgbClr val="DE5A1D"/>
                </a:solidFill>
              </a:defRPr>
            </a:pPr>
            <a:r>
              <a:rPr sz="1875" b="1">
                <a:solidFill>
                  <a:srgbClr val="DE5A1D"/>
                </a:solidFill>
              </a:rPr>
              <a:t>03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9D141E3-9522-4DB7-92EA-3F1694D199C5}"/>
              </a:ext>
            </a:extLst>
          </p:cNvPr>
          <p:cNvSpPr>
            <a:spLocks noGrp="1"/>
          </p:cNvSpPr>
          <p:nvPr/>
        </p:nvSpPr>
        <p:spPr>
          <a:xfrm>
            <a:off x="1400175" y="4191000"/>
            <a:ext cx="2905125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 algn="l">
              <a:defRPr sz="1950" b="1">
                <a:solidFill>
                  <a:srgbClr val="F7F7F5"/>
                </a:solidFill>
              </a:defRPr>
            </a:defPPr>
            <a:lvl1pPr algn="l">
              <a:defRPr sz="1950" b="1">
                <a:solidFill>
                  <a:srgbClr val="F7F7F5"/>
                </a:solidFill>
              </a:defRPr>
            </a:lvl1pPr>
            <a:lvl2pPr algn="l">
              <a:defRPr sz="1950" b="1">
                <a:solidFill>
                  <a:srgbClr val="F7F7F5"/>
                </a:solidFill>
              </a:defRPr>
            </a:lvl2pPr>
            <a:lvl3pPr algn="l">
              <a:defRPr sz="1950" b="1">
                <a:solidFill>
                  <a:srgbClr val="F7F7F5"/>
                </a:solidFill>
              </a:defRPr>
            </a:lvl3pPr>
            <a:lvl4pPr algn="l">
              <a:defRPr sz="1950" b="1">
                <a:solidFill>
                  <a:srgbClr val="F7F7F5"/>
                </a:solidFill>
              </a:defRPr>
            </a:lvl4pPr>
            <a:lvl5pPr algn="l">
              <a:defRPr sz="1950" b="1">
                <a:solidFill>
                  <a:srgbClr val="F7F7F5"/>
                </a:solidFill>
              </a:defRPr>
            </a:lvl5pPr>
            <a:lvl6pPr algn="l">
              <a:defRPr sz="1950" b="1">
                <a:solidFill>
                  <a:srgbClr val="F7F7F5"/>
                </a:solidFill>
              </a:defRPr>
            </a:lvl6pPr>
            <a:lvl7pPr algn="l">
              <a:defRPr sz="1950" b="1">
                <a:solidFill>
                  <a:srgbClr val="F7F7F5"/>
                </a:solidFill>
              </a:defRPr>
            </a:lvl7pPr>
            <a:lvl8pPr algn="l">
              <a:defRPr sz="1950" b="1">
                <a:solidFill>
                  <a:srgbClr val="F7F7F5"/>
                </a:solidFill>
              </a:defRPr>
            </a:lvl8pPr>
            <a:lvl9pPr algn="l">
              <a:defRPr sz="1950" b="1">
                <a:solidFill>
                  <a:srgbClr val="F7F7F5"/>
                </a:solidFill>
              </a:defRPr>
            </a:lvl9pPr>
          </a:lstStyle>
          <a:p>
            <a:pPr algn="l">
              <a:defRPr sz="1950" b="1">
                <a:solidFill>
                  <a:srgbClr val="F7F7F5"/>
                </a:solidFill>
              </a:defRPr>
            </a:pPr>
            <a:r>
              <a:rPr sz="1950" b="1">
                <a:solidFill>
                  <a:srgbClr val="F7F7F5"/>
                </a:solidFill>
              </a:rPr>
              <a:t>Safe response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D61BEDD-783A-464E-806A-C6F681BD87F2}"/>
              </a:ext>
            </a:extLst>
          </p:cNvPr>
          <p:cNvSpPr>
            <a:spLocks noGrp="1"/>
          </p:cNvSpPr>
          <p:nvPr/>
        </p:nvSpPr>
        <p:spPr>
          <a:xfrm>
            <a:off x="4476750" y="4210050"/>
            <a:ext cx="67627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 algn="l">
              <a:defRPr sz="1650" b="0">
                <a:solidFill>
                  <a:srgbClr val="B6B6B3"/>
                </a:solidFill>
              </a:defRPr>
            </a:defPPr>
            <a:lvl1pPr algn="l">
              <a:defRPr sz="1650" b="0">
                <a:solidFill>
                  <a:srgbClr val="B6B6B3"/>
                </a:solidFill>
              </a:defRPr>
            </a:lvl1pPr>
            <a:lvl2pPr algn="l">
              <a:defRPr sz="1650" b="0">
                <a:solidFill>
                  <a:srgbClr val="B6B6B3"/>
                </a:solidFill>
              </a:defRPr>
            </a:lvl2pPr>
            <a:lvl3pPr algn="l">
              <a:defRPr sz="1650" b="0">
                <a:solidFill>
                  <a:srgbClr val="B6B6B3"/>
                </a:solidFill>
              </a:defRPr>
            </a:lvl3pPr>
            <a:lvl4pPr algn="l">
              <a:defRPr sz="1650" b="0">
                <a:solidFill>
                  <a:srgbClr val="B6B6B3"/>
                </a:solidFill>
              </a:defRPr>
            </a:lvl4pPr>
            <a:lvl5pPr algn="l">
              <a:defRPr sz="1650" b="0">
                <a:solidFill>
                  <a:srgbClr val="B6B6B3"/>
                </a:solidFill>
              </a:defRPr>
            </a:lvl5pPr>
            <a:lvl6pPr algn="l">
              <a:defRPr sz="1650" b="0">
                <a:solidFill>
                  <a:srgbClr val="B6B6B3"/>
                </a:solidFill>
              </a:defRPr>
            </a:lvl6pPr>
            <a:lvl7pPr algn="l">
              <a:defRPr sz="1650" b="0">
                <a:solidFill>
                  <a:srgbClr val="B6B6B3"/>
                </a:solidFill>
              </a:defRPr>
            </a:lvl7pPr>
            <a:lvl8pPr algn="l">
              <a:defRPr sz="1650" b="0">
                <a:solidFill>
                  <a:srgbClr val="B6B6B3"/>
                </a:solidFill>
              </a:defRPr>
            </a:lvl8pPr>
            <a:lvl9pPr algn="l">
              <a:defRPr sz="1650" b="0">
                <a:solidFill>
                  <a:srgbClr val="B6B6B3"/>
                </a:solidFill>
              </a:defRPr>
            </a:lvl9pPr>
          </a:lstStyle>
          <a:p>
            <a:pPr algn="l">
              <a:defRPr sz="1650" b="0">
                <a:solidFill>
                  <a:srgbClr val="B6B6B3"/>
                </a:solidFill>
              </a:defRPr>
            </a:pPr>
            <a:r>
              <a:rPr sz="1650" b="0">
                <a:solidFill>
                  <a:srgbClr val="B6B6B3"/>
                </a:solidFill>
              </a:rPr>
              <a:t>Temporary block simulation records expiring decisions without changing firewall rules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8DF5A8E-40D2-44FC-A073-D10AA0DA38DF}"/>
              </a:ext>
            </a:extLst>
          </p:cNvPr>
          <p:cNvSpPr>
            <a:spLocks noGrp="1"/>
          </p:cNvSpPr>
          <p:nvPr/>
        </p:nvSpPr>
        <p:spPr>
          <a:xfrm>
            <a:off x="704850" y="5772150"/>
            <a:ext cx="10191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 algn="l">
              <a:defRPr sz="1800" b="1">
                <a:solidFill>
                  <a:srgbClr val="DE5A1D"/>
                </a:solidFill>
              </a:defRPr>
            </a:defPPr>
            <a:lvl1pPr algn="l">
              <a:defRPr sz="1800" b="1">
                <a:solidFill>
                  <a:srgbClr val="DE5A1D"/>
                </a:solidFill>
              </a:defRPr>
            </a:lvl1pPr>
            <a:lvl2pPr algn="l">
              <a:defRPr sz="1800" b="1">
                <a:solidFill>
                  <a:srgbClr val="DE5A1D"/>
                </a:solidFill>
              </a:defRPr>
            </a:lvl2pPr>
            <a:lvl3pPr algn="l">
              <a:defRPr sz="1800" b="1">
                <a:solidFill>
                  <a:srgbClr val="DE5A1D"/>
                </a:solidFill>
              </a:defRPr>
            </a:lvl3pPr>
            <a:lvl4pPr algn="l">
              <a:defRPr sz="1800" b="1">
                <a:solidFill>
                  <a:srgbClr val="DE5A1D"/>
                </a:solidFill>
              </a:defRPr>
            </a:lvl4pPr>
            <a:lvl5pPr algn="l">
              <a:defRPr sz="1800" b="1">
                <a:solidFill>
                  <a:srgbClr val="DE5A1D"/>
                </a:solidFill>
              </a:defRPr>
            </a:lvl5pPr>
            <a:lvl6pPr algn="l">
              <a:defRPr sz="1800" b="1">
                <a:solidFill>
                  <a:srgbClr val="DE5A1D"/>
                </a:solidFill>
              </a:defRPr>
            </a:lvl6pPr>
            <a:lvl7pPr algn="l">
              <a:defRPr sz="1800" b="1">
                <a:solidFill>
                  <a:srgbClr val="DE5A1D"/>
                </a:solidFill>
              </a:defRPr>
            </a:lvl7pPr>
            <a:lvl8pPr algn="l">
              <a:defRPr sz="1800" b="1">
                <a:solidFill>
                  <a:srgbClr val="DE5A1D"/>
                </a:solidFill>
              </a:defRPr>
            </a:lvl8pPr>
            <a:lvl9pPr algn="l">
              <a:defRPr sz="1800" b="1">
                <a:solidFill>
                  <a:srgbClr val="DE5A1D"/>
                </a:solidFill>
              </a:defRPr>
            </a:lvl9pPr>
          </a:lstStyle>
          <a:p>
            <a:pPr algn="l">
              <a:defRPr sz="1800" b="1">
                <a:solidFill>
                  <a:srgbClr val="DE5A1D"/>
                </a:solidFill>
              </a:defRPr>
            </a:pPr>
            <a:r>
              <a:rPr sz="1800" b="1">
                <a:solidFill>
                  <a:srgbClr val="DE5A1D"/>
                </a:solidFill>
              </a:rPr>
              <a:t>Current claim: a demonstrable monitoring prototype with measured limitations.</a:t>
            </a:r>
          </a:p>
        </p:txBody>
      </p:sp>
    </p:spTree>
    <p:extLst>
      <p:ext uri="{BB962C8B-B14F-4D97-AF65-F5344CB8AC3E}">
        <p14:creationId xmlns:p14="http://schemas.microsoft.com/office/powerpoint/2010/main" val="8557420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F600ED71-80A8-4A3F-BB50-62A6A5A45558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7429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 algn="l">
              <a:defRPr sz="1125" b="1">
                <a:solidFill>
                  <a:srgbClr val="DE5A1D"/>
                </a:solidFill>
              </a:defRPr>
            </a:defPPr>
            <a:lvl1pPr algn="l">
              <a:defRPr sz="1125" b="1">
                <a:solidFill>
                  <a:srgbClr val="DE5A1D"/>
                </a:solidFill>
              </a:defRPr>
            </a:lvl1pPr>
            <a:lvl2pPr algn="l">
              <a:defRPr sz="1125" b="1">
                <a:solidFill>
                  <a:srgbClr val="DE5A1D"/>
                </a:solidFill>
              </a:defRPr>
            </a:lvl2pPr>
            <a:lvl3pPr algn="l">
              <a:defRPr sz="1125" b="1">
                <a:solidFill>
                  <a:srgbClr val="DE5A1D"/>
                </a:solidFill>
              </a:defRPr>
            </a:lvl3pPr>
            <a:lvl4pPr algn="l">
              <a:defRPr sz="1125" b="1">
                <a:solidFill>
                  <a:srgbClr val="DE5A1D"/>
                </a:solidFill>
              </a:defRPr>
            </a:lvl4pPr>
            <a:lvl5pPr algn="l">
              <a:defRPr sz="1125" b="1">
                <a:solidFill>
                  <a:srgbClr val="DE5A1D"/>
                </a:solidFill>
              </a:defRPr>
            </a:lvl5pPr>
            <a:lvl6pPr algn="l">
              <a:defRPr sz="1125" b="1">
                <a:solidFill>
                  <a:srgbClr val="DE5A1D"/>
                </a:solidFill>
              </a:defRPr>
            </a:lvl6pPr>
            <a:lvl7pPr algn="l">
              <a:defRPr sz="1125" b="1">
                <a:solidFill>
                  <a:srgbClr val="DE5A1D"/>
                </a:solidFill>
              </a:defRPr>
            </a:lvl7pPr>
            <a:lvl8pPr algn="l">
              <a:defRPr sz="1125" b="1">
                <a:solidFill>
                  <a:srgbClr val="DE5A1D"/>
                </a:solidFill>
              </a:defRPr>
            </a:lvl8pPr>
            <a:lvl9pPr algn="l">
              <a:defRPr sz="1125" b="1">
                <a:solidFill>
                  <a:srgbClr val="DE5A1D"/>
                </a:solidFill>
              </a:defRPr>
            </a:lvl9pPr>
          </a:lstStyle>
          <a:p>
            <a:pPr algn="l">
              <a:defRPr sz="1125" b="1">
                <a:solidFill>
                  <a:srgbClr val="DE5A1D"/>
                </a:solidFill>
              </a:defRPr>
            </a:pPr>
            <a:r>
              <a:rPr sz="1125" b="1">
                <a:solidFill>
                  <a:srgbClr val="DE5A1D"/>
                </a:solidFill>
              </a:rPr>
              <a:t>NEXT RESEARCH STEP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45365F8-4AC7-4E39-860B-57EC23878CD5}"/>
              </a:ext>
            </a:extLst>
          </p:cNvPr>
          <p:cNvSpPr>
            <a:spLocks noGrp="1"/>
          </p:cNvSpPr>
          <p:nvPr/>
        </p:nvSpPr>
        <p:spPr>
          <a:xfrm>
            <a:off x="666750" y="819150"/>
            <a:ext cx="10810875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 algn="l">
              <a:defRPr sz="3000" b="1">
                <a:solidFill>
                  <a:srgbClr val="F7F7F5"/>
                </a:solidFill>
              </a:defRPr>
            </a:defPPr>
            <a:lvl1pPr algn="l">
              <a:defRPr sz="3000" b="1">
                <a:solidFill>
                  <a:srgbClr val="F7F7F5"/>
                </a:solidFill>
              </a:defRPr>
            </a:lvl1pPr>
            <a:lvl2pPr algn="l">
              <a:defRPr sz="3000" b="1">
                <a:solidFill>
                  <a:srgbClr val="F7F7F5"/>
                </a:solidFill>
              </a:defRPr>
            </a:lvl2pPr>
            <a:lvl3pPr algn="l">
              <a:defRPr sz="3000" b="1">
                <a:solidFill>
                  <a:srgbClr val="F7F7F5"/>
                </a:solidFill>
              </a:defRPr>
            </a:lvl3pPr>
            <a:lvl4pPr algn="l">
              <a:defRPr sz="3000" b="1">
                <a:solidFill>
                  <a:srgbClr val="F7F7F5"/>
                </a:solidFill>
              </a:defRPr>
            </a:lvl4pPr>
            <a:lvl5pPr algn="l">
              <a:defRPr sz="3000" b="1">
                <a:solidFill>
                  <a:srgbClr val="F7F7F5"/>
                </a:solidFill>
              </a:defRPr>
            </a:lvl5pPr>
            <a:lvl6pPr algn="l">
              <a:defRPr sz="3000" b="1">
                <a:solidFill>
                  <a:srgbClr val="F7F7F5"/>
                </a:solidFill>
              </a:defRPr>
            </a:lvl6pPr>
            <a:lvl7pPr algn="l">
              <a:defRPr sz="3000" b="1">
                <a:solidFill>
                  <a:srgbClr val="F7F7F5"/>
                </a:solidFill>
              </a:defRPr>
            </a:lvl7pPr>
            <a:lvl8pPr algn="l">
              <a:defRPr sz="3000" b="1">
                <a:solidFill>
                  <a:srgbClr val="F7F7F5"/>
                </a:solidFill>
              </a:defRPr>
            </a:lvl8pPr>
            <a:lvl9pPr algn="l">
              <a:defRPr sz="3000" b="1">
                <a:solidFill>
                  <a:srgbClr val="F7F7F5"/>
                </a:solidFill>
              </a:defRPr>
            </a:lvl9pPr>
          </a:lstStyle>
          <a:p>
            <a:pPr algn="l">
              <a:defRPr sz="3000" b="1">
                <a:solidFill>
                  <a:srgbClr val="F7F7F5"/>
                </a:solidFill>
              </a:defRPr>
            </a:pPr>
            <a:r>
              <a:rPr sz="3000" b="1">
                <a:solidFill>
                  <a:srgbClr val="F7F7F5"/>
                </a:solidFill>
              </a:rPr>
              <a:t>What remains before a deployment claim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FC5CEB3-DD22-4095-84F4-B45B65396C93}"/>
              </a:ext>
            </a:extLst>
          </p:cNvPr>
          <p:cNvSpPr>
            <a:spLocks noGrp="1"/>
          </p:cNvSpPr>
          <p:nvPr/>
        </p:nvSpPr>
        <p:spPr>
          <a:xfrm>
            <a:off x="11125200" y="428625"/>
            <a:ext cx="419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 algn="r">
              <a:defRPr sz="1050" b="0">
                <a:solidFill>
                  <a:srgbClr val="777774"/>
                </a:solidFill>
              </a:defRPr>
            </a:defPPr>
            <a:lvl1pPr algn="r">
              <a:defRPr sz="1050" b="0">
                <a:solidFill>
                  <a:srgbClr val="777774"/>
                </a:solidFill>
              </a:defRPr>
            </a:lvl1pPr>
            <a:lvl2pPr algn="r">
              <a:defRPr sz="1050" b="0">
                <a:solidFill>
                  <a:srgbClr val="777774"/>
                </a:solidFill>
              </a:defRPr>
            </a:lvl2pPr>
            <a:lvl3pPr algn="r">
              <a:defRPr sz="1050" b="0">
                <a:solidFill>
                  <a:srgbClr val="777774"/>
                </a:solidFill>
              </a:defRPr>
            </a:lvl3pPr>
            <a:lvl4pPr algn="r">
              <a:defRPr sz="1050" b="0">
                <a:solidFill>
                  <a:srgbClr val="777774"/>
                </a:solidFill>
              </a:defRPr>
            </a:lvl4pPr>
            <a:lvl5pPr algn="r">
              <a:defRPr sz="1050" b="0">
                <a:solidFill>
                  <a:srgbClr val="777774"/>
                </a:solidFill>
              </a:defRPr>
            </a:lvl5pPr>
            <a:lvl6pPr algn="r">
              <a:defRPr sz="1050" b="0">
                <a:solidFill>
                  <a:srgbClr val="777774"/>
                </a:solidFill>
              </a:defRPr>
            </a:lvl6pPr>
            <a:lvl7pPr algn="r">
              <a:defRPr sz="1050" b="0">
                <a:solidFill>
                  <a:srgbClr val="777774"/>
                </a:solidFill>
              </a:defRPr>
            </a:lvl7pPr>
            <a:lvl8pPr algn="r">
              <a:defRPr sz="1050" b="0">
                <a:solidFill>
                  <a:srgbClr val="777774"/>
                </a:solidFill>
              </a:defRPr>
            </a:lvl8pPr>
            <a:lvl9pPr algn="r">
              <a:defRPr sz="1050" b="0">
                <a:solidFill>
                  <a:srgbClr val="777774"/>
                </a:solidFill>
              </a:defRPr>
            </a:lvl9pPr>
          </a:lstStyle>
          <a:p>
            <a:pPr algn="r">
              <a:defRPr sz="1050" b="0">
                <a:solidFill>
                  <a:srgbClr val="777774"/>
                </a:solidFill>
              </a:defRPr>
            </a:pPr>
            <a:r>
              <a:rPr sz="1050" b="0">
                <a:solidFill>
                  <a:srgbClr val="777774"/>
                </a:solidFill>
              </a:rPr>
              <a:t>13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9CF53BC-8E3A-4C77-AF86-BD07C716B10A}"/>
              </a:ext>
            </a:extLst>
          </p:cNvPr>
          <p:cNvSpPr>
            <a:spLocks noGrp="1"/>
          </p:cNvSpPr>
          <p:nvPr/>
        </p:nvSpPr>
        <p:spPr>
          <a:xfrm>
            <a:off x="704850" y="2000250"/>
            <a:ext cx="4953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 algn="l">
              <a:defRPr sz="2250" b="1">
                <a:solidFill>
                  <a:srgbClr val="DE5A1D"/>
                </a:solidFill>
              </a:defRPr>
            </a:defPPr>
            <a:lvl1pPr algn="l">
              <a:defRPr sz="2250" b="1">
                <a:solidFill>
                  <a:srgbClr val="DE5A1D"/>
                </a:solidFill>
              </a:defRPr>
            </a:lvl1pPr>
            <a:lvl2pPr algn="l">
              <a:defRPr sz="2250" b="1">
                <a:solidFill>
                  <a:srgbClr val="DE5A1D"/>
                </a:solidFill>
              </a:defRPr>
            </a:lvl2pPr>
            <a:lvl3pPr algn="l">
              <a:defRPr sz="2250" b="1">
                <a:solidFill>
                  <a:srgbClr val="DE5A1D"/>
                </a:solidFill>
              </a:defRPr>
            </a:lvl3pPr>
            <a:lvl4pPr algn="l">
              <a:defRPr sz="2250" b="1">
                <a:solidFill>
                  <a:srgbClr val="DE5A1D"/>
                </a:solidFill>
              </a:defRPr>
            </a:lvl4pPr>
            <a:lvl5pPr algn="l">
              <a:defRPr sz="2250" b="1">
                <a:solidFill>
                  <a:srgbClr val="DE5A1D"/>
                </a:solidFill>
              </a:defRPr>
            </a:lvl5pPr>
            <a:lvl6pPr algn="l">
              <a:defRPr sz="2250" b="1">
                <a:solidFill>
                  <a:srgbClr val="DE5A1D"/>
                </a:solidFill>
              </a:defRPr>
            </a:lvl6pPr>
            <a:lvl7pPr algn="l">
              <a:defRPr sz="2250" b="1">
                <a:solidFill>
                  <a:srgbClr val="DE5A1D"/>
                </a:solidFill>
              </a:defRPr>
            </a:lvl7pPr>
            <a:lvl8pPr algn="l">
              <a:defRPr sz="2250" b="1">
                <a:solidFill>
                  <a:srgbClr val="DE5A1D"/>
                </a:solidFill>
              </a:defRPr>
            </a:lvl8pPr>
            <a:lvl9pPr algn="l">
              <a:defRPr sz="2250" b="1">
                <a:solidFill>
                  <a:srgbClr val="DE5A1D"/>
                </a:solidFill>
              </a:defRPr>
            </a:lvl9pPr>
          </a:lstStyle>
          <a:p>
            <a:pPr algn="l">
              <a:defRPr sz="2250" b="1">
                <a:solidFill>
                  <a:srgbClr val="DE5A1D"/>
                </a:solidFill>
              </a:defRPr>
            </a:pPr>
            <a:r>
              <a:rPr sz="2250" b="1">
                <a:solidFill>
                  <a:srgbClr val="DE5A1D"/>
                </a:solidFill>
              </a:rPr>
              <a:t>The main gap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86EB7CA-D553-4210-9E56-898E397DE857}"/>
              </a:ext>
            </a:extLst>
          </p:cNvPr>
          <p:cNvSpPr>
            <a:spLocks noGrp="1"/>
          </p:cNvSpPr>
          <p:nvPr/>
        </p:nvSpPr>
        <p:spPr>
          <a:xfrm>
            <a:off x="704850" y="2638425"/>
            <a:ext cx="10001250" cy="1133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 algn="l">
              <a:defRPr sz="2250" b="0">
                <a:solidFill>
                  <a:srgbClr val="F7F7F5"/>
                </a:solidFill>
              </a:defRPr>
            </a:defPPr>
            <a:lvl1pPr algn="l">
              <a:defRPr sz="2250" b="0">
                <a:solidFill>
                  <a:srgbClr val="F7F7F5"/>
                </a:solidFill>
              </a:defRPr>
            </a:lvl1pPr>
            <a:lvl2pPr algn="l">
              <a:defRPr sz="2250" b="0">
                <a:solidFill>
                  <a:srgbClr val="F7F7F5"/>
                </a:solidFill>
              </a:defRPr>
            </a:lvl2pPr>
            <a:lvl3pPr algn="l">
              <a:defRPr sz="2250" b="0">
                <a:solidFill>
                  <a:srgbClr val="F7F7F5"/>
                </a:solidFill>
              </a:defRPr>
            </a:lvl3pPr>
            <a:lvl4pPr algn="l">
              <a:defRPr sz="2250" b="0">
                <a:solidFill>
                  <a:srgbClr val="F7F7F5"/>
                </a:solidFill>
              </a:defRPr>
            </a:lvl4pPr>
            <a:lvl5pPr algn="l">
              <a:defRPr sz="2250" b="0">
                <a:solidFill>
                  <a:srgbClr val="F7F7F5"/>
                </a:solidFill>
              </a:defRPr>
            </a:lvl5pPr>
            <a:lvl6pPr algn="l">
              <a:defRPr sz="2250" b="0">
                <a:solidFill>
                  <a:srgbClr val="F7F7F5"/>
                </a:solidFill>
              </a:defRPr>
            </a:lvl6pPr>
            <a:lvl7pPr algn="l">
              <a:defRPr sz="2250" b="0">
                <a:solidFill>
                  <a:srgbClr val="F7F7F5"/>
                </a:solidFill>
              </a:defRPr>
            </a:lvl7pPr>
            <a:lvl8pPr algn="l">
              <a:defRPr sz="2250" b="0">
                <a:solidFill>
                  <a:srgbClr val="F7F7F5"/>
                </a:solidFill>
              </a:defRPr>
            </a:lvl8pPr>
            <a:lvl9pPr algn="l">
              <a:defRPr sz="2250" b="0">
                <a:solidFill>
                  <a:srgbClr val="F7F7F5"/>
                </a:solidFill>
              </a:defRPr>
            </a:lvl9pPr>
          </a:lstStyle>
          <a:p>
            <a:pPr algn="l">
              <a:defRPr sz="2250" b="0">
                <a:solidFill>
                  <a:srgbClr val="F7F7F5"/>
                </a:solidFill>
              </a:defRPr>
            </a:pPr>
            <a:r>
              <a:rPr sz="2250" b="0">
                <a:solidFill>
                  <a:srgbClr val="F7F7F5"/>
                </a:solidFill>
              </a:rPr>
              <a:t>No independent, capture-held-out packet-window benchmark yet measures live precision, recall or false alarms.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98E7E15-1C08-4714-BD4F-32C4D998DF76}"/>
              </a:ext>
            </a:extLst>
          </p:cNvPr>
          <p:cNvSpPr>
            <a:spLocks noGrp="1"/>
          </p:cNvSpPr>
          <p:nvPr/>
        </p:nvSpPr>
        <p:spPr>
          <a:xfrm>
            <a:off x="685800" y="4352925"/>
            <a:ext cx="5905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 algn="l">
              <a:defRPr sz="1875" b="1">
                <a:solidFill>
                  <a:srgbClr val="DE5A1D"/>
                </a:solidFill>
              </a:defRPr>
            </a:defPPr>
            <a:lvl1pPr algn="l">
              <a:defRPr sz="1875" b="1">
                <a:solidFill>
                  <a:srgbClr val="DE5A1D"/>
                </a:solidFill>
              </a:defRPr>
            </a:lvl1pPr>
            <a:lvl2pPr algn="l">
              <a:defRPr sz="1875" b="1">
                <a:solidFill>
                  <a:srgbClr val="DE5A1D"/>
                </a:solidFill>
              </a:defRPr>
            </a:lvl2pPr>
            <a:lvl3pPr algn="l">
              <a:defRPr sz="1875" b="1">
                <a:solidFill>
                  <a:srgbClr val="DE5A1D"/>
                </a:solidFill>
              </a:defRPr>
            </a:lvl3pPr>
            <a:lvl4pPr algn="l">
              <a:defRPr sz="1875" b="1">
                <a:solidFill>
                  <a:srgbClr val="DE5A1D"/>
                </a:solidFill>
              </a:defRPr>
            </a:lvl4pPr>
            <a:lvl5pPr algn="l">
              <a:defRPr sz="1875" b="1">
                <a:solidFill>
                  <a:srgbClr val="DE5A1D"/>
                </a:solidFill>
              </a:defRPr>
            </a:lvl5pPr>
            <a:lvl6pPr algn="l">
              <a:defRPr sz="1875" b="1">
                <a:solidFill>
                  <a:srgbClr val="DE5A1D"/>
                </a:solidFill>
              </a:defRPr>
            </a:lvl6pPr>
            <a:lvl7pPr algn="l">
              <a:defRPr sz="1875" b="1">
                <a:solidFill>
                  <a:srgbClr val="DE5A1D"/>
                </a:solidFill>
              </a:defRPr>
            </a:lvl7pPr>
            <a:lvl8pPr algn="l">
              <a:defRPr sz="1875" b="1">
                <a:solidFill>
                  <a:srgbClr val="DE5A1D"/>
                </a:solidFill>
              </a:defRPr>
            </a:lvl8pPr>
            <a:lvl9pPr algn="l">
              <a:defRPr sz="1875" b="1">
                <a:solidFill>
                  <a:srgbClr val="DE5A1D"/>
                </a:solidFill>
              </a:defRPr>
            </a:lvl9pPr>
          </a:lstStyle>
          <a:p>
            <a:pPr algn="l">
              <a:defRPr sz="1875" b="1">
                <a:solidFill>
                  <a:srgbClr val="DE5A1D"/>
                </a:solidFill>
              </a:defRPr>
            </a:pPr>
            <a:r>
              <a:rPr sz="1875" b="1">
                <a:solidFill>
                  <a:srgbClr val="DE5A1D"/>
                </a:solidFill>
              </a:rPr>
              <a:t>01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ADEA157-EBAE-439F-B26E-0DE577C2453D}"/>
              </a:ext>
            </a:extLst>
          </p:cNvPr>
          <p:cNvSpPr>
            <a:spLocks noGrp="1"/>
          </p:cNvSpPr>
          <p:nvPr/>
        </p:nvSpPr>
        <p:spPr>
          <a:xfrm>
            <a:off x="1400175" y="4352925"/>
            <a:ext cx="2476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 algn="l">
              <a:defRPr sz="1950" b="1">
                <a:solidFill>
                  <a:srgbClr val="F7F7F5"/>
                </a:solidFill>
              </a:defRPr>
            </a:defPPr>
            <a:lvl1pPr algn="l">
              <a:defRPr sz="1950" b="1">
                <a:solidFill>
                  <a:srgbClr val="F7F7F5"/>
                </a:solidFill>
              </a:defRPr>
            </a:lvl1pPr>
            <a:lvl2pPr algn="l">
              <a:defRPr sz="1950" b="1">
                <a:solidFill>
                  <a:srgbClr val="F7F7F5"/>
                </a:solidFill>
              </a:defRPr>
            </a:lvl2pPr>
            <a:lvl3pPr algn="l">
              <a:defRPr sz="1950" b="1">
                <a:solidFill>
                  <a:srgbClr val="F7F7F5"/>
                </a:solidFill>
              </a:defRPr>
            </a:lvl3pPr>
            <a:lvl4pPr algn="l">
              <a:defRPr sz="1950" b="1">
                <a:solidFill>
                  <a:srgbClr val="F7F7F5"/>
                </a:solidFill>
              </a:defRPr>
            </a:lvl4pPr>
            <a:lvl5pPr algn="l">
              <a:defRPr sz="1950" b="1">
                <a:solidFill>
                  <a:srgbClr val="F7F7F5"/>
                </a:solidFill>
              </a:defRPr>
            </a:lvl5pPr>
            <a:lvl6pPr algn="l">
              <a:defRPr sz="1950" b="1">
                <a:solidFill>
                  <a:srgbClr val="F7F7F5"/>
                </a:solidFill>
              </a:defRPr>
            </a:lvl6pPr>
            <a:lvl7pPr algn="l">
              <a:defRPr sz="1950" b="1">
                <a:solidFill>
                  <a:srgbClr val="F7F7F5"/>
                </a:solidFill>
              </a:defRPr>
            </a:lvl7pPr>
            <a:lvl8pPr algn="l">
              <a:defRPr sz="1950" b="1">
                <a:solidFill>
                  <a:srgbClr val="F7F7F5"/>
                </a:solidFill>
              </a:defRPr>
            </a:lvl8pPr>
            <a:lvl9pPr algn="l">
              <a:defRPr sz="1950" b="1">
                <a:solidFill>
                  <a:srgbClr val="F7F7F5"/>
                </a:solidFill>
              </a:defRPr>
            </a:lvl9pPr>
          </a:lstStyle>
          <a:p>
            <a:pPr algn="l">
              <a:defRPr sz="1950" b="1">
                <a:solidFill>
                  <a:srgbClr val="F7F7F5"/>
                </a:solidFill>
              </a:defRPr>
            </a:pPr>
            <a:r>
              <a:rPr sz="1950" b="1">
                <a:solidFill>
                  <a:srgbClr val="F7F7F5"/>
                </a:solidFill>
              </a:rPr>
              <a:t>Collect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643C163-47B5-42D1-96DA-0FF127F6C90E}"/>
              </a:ext>
            </a:extLst>
          </p:cNvPr>
          <p:cNvSpPr>
            <a:spLocks noGrp="1"/>
          </p:cNvSpPr>
          <p:nvPr/>
        </p:nvSpPr>
        <p:spPr>
          <a:xfrm>
            <a:off x="4048125" y="4371975"/>
            <a:ext cx="7191375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 algn="l">
              <a:defRPr sz="1650" b="0">
                <a:solidFill>
                  <a:srgbClr val="B6B6B3"/>
                </a:solidFill>
              </a:defRPr>
            </a:defPPr>
            <a:lvl1pPr algn="l">
              <a:defRPr sz="1650" b="0">
                <a:solidFill>
                  <a:srgbClr val="B6B6B3"/>
                </a:solidFill>
              </a:defRPr>
            </a:lvl1pPr>
            <a:lvl2pPr algn="l">
              <a:defRPr sz="1650" b="0">
                <a:solidFill>
                  <a:srgbClr val="B6B6B3"/>
                </a:solidFill>
              </a:defRPr>
            </a:lvl2pPr>
            <a:lvl3pPr algn="l">
              <a:defRPr sz="1650" b="0">
                <a:solidFill>
                  <a:srgbClr val="B6B6B3"/>
                </a:solidFill>
              </a:defRPr>
            </a:lvl3pPr>
            <a:lvl4pPr algn="l">
              <a:defRPr sz="1650" b="0">
                <a:solidFill>
                  <a:srgbClr val="B6B6B3"/>
                </a:solidFill>
              </a:defRPr>
            </a:lvl4pPr>
            <a:lvl5pPr algn="l">
              <a:defRPr sz="1650" b="0">
                <a:solidFill>
                  <a:srgbClr val="B6B6B3"/>
                </a:solidFill>
              </a:defRPr>
            </a:lvl5pPr>
            <a:lvl6pPr algn="l">
              <a:defRPr sz="1650" b="0">
                <a:solidFill>
                  <a:srgbClr val="B6B6B3"/>
                </a:solidFill>
              </a:defRPr>
            </a:lvl6pPr>
            <a:lvl7pPr algn="l">
              <a:defRPr sz="1650" b="0">
                <a:solidFill>
                  <a:srgbClr val="B6B6B3"/>
                </a:solidFill>
              </a:defRPr>
            </a:lvl7pPr>
            <a:lvl8pPr algn="l">
              <a:defRPr sz="1650" b="0">
                <a:solidFill>
                  <a:srgbClr val="B6B6B3"/>
                </a:solidFill>
              </a:defRPr>
            </a:lvl8pPr>
            <a:lvl9pPr algn="l">
              <a:defRPr sz="1650" b="0">
                <a:solidFill>
                  <a:srgbClr val="B6B6B3"/>
                </a:solidFill>
              </a:defRPr>
            </a:lvl9pPr>
          </a:lstStyle>
          <a:p>
            <a:pPr algn="l">
              <a:defRPr sz="1650" b="0">
                <a:solidFill>
                  <a:srgbClr val="B6B6B3"/>
                </a:solidFill>
              </a:defRPr>
            </a:pPr>
            <a:r>
              <a:rPr sz="1650" b="0">
                <a:solidFill>
                  <a:srgbClr val="B6B6B3"/>
                </a:solidFill>
              </a:rPr>
              <a:t>More independently labeled benign and attack captures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1525242-C2C8-401B-B31C-83F2D2A49254}"/>
              </a:ext>
            </a:extLst>
          </p:cNvPr>
          <p:cNvSpPr>
            <a:spLocks noGrp="1"/>
          </p:cNvSpPr>
          <p:nvPr/>
        </p:nvSpPr>
        <p:spPr>
          <a:xfrm>
            <a:off x="685800" y="5172075"/>
            <a:ext cx="5905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 algn="l">
              <a:defRPr sz="1875" b="1">
                <a:solidFill>
                  <a:srgbClr val="DE5A1D"/>
                </a:solidFill>
              </a:defRPr>
            </a:defPPr>
            <a:lvl1pPr algn="l">
              <a:defRPr sz="1875" b="1">
                <a:solidFill>
                  <a:srgbClr val="DE5A1D"/>
                </a:solidFill>
              </a:defRPr>
            </a:lvl1pPr>
            <a:lvl2pPr algn="l">
              <a:defRPr sz="1875" b="1">
                <a:solidFill>
                  <a:srgbClr val="DE5A1D"/>
                </a:solidFill>
              </a:defRPr>
            </a:lvl2pPr>
            <a:lvl3pPr algn="l">
              <a:defRPr sz="1875" b="1">
                <a:solidFill>
                  <a:srgbClr val="DE5A1D"/>
                </a:solidFill>
              </a:defRPr>
            </a:lvl3pPr>
            <a:lvl4pPr algn="l">
              <a:defRPr sz="1875" b="1">
                <a:solidFill>
                  <a:srgbClr val="DE5A1D"/>
                </a:solidFill>
              </a:defRPr>
            </a:lvl4pPr>
            <a:lvl5pPr algn="l">
              <a:defRPr sz="1875" b="1">
                <a:solidFill>
                  <a:srgbClr val="DE5A1D"/>
                </a:solidFill>
              </a:defRPr>
            </a:lvl5pPr>
            <a:lvl6pPr algn="l">
              <a:defRPr sz="1875" b="1">
                <a:solidFill>
                  <a:srgbClr val="DE5A1D"/>
                </a:solidFill>
              </a:defRPr>
            </a:lvl6pPr>
            <a:lvl7pPr algn="l">
              <a:defRPr sz="1875" b="1">
                <a:solidFill>
                  <a:srgbClr val="DE5A1D"/>
                </a:solidFill>
              </a:defRPr>
            </a:lvl7pPr>
            <a:lvl8pPr algn="l">
              <a:defRPr sz="1875" b="1">
                <a:solidFill>
                  <a:srgbClr val="DE5A1D"/>
                </a:solidFill>
              </a:defRPr>
            </a:lvl8pPr>
            <a:lvl9pPr algn="l">
              <a:defRPr sz="1875" b="1">
                <a:solidFill>
                  <a:srgbClr val="DE5A1D"/>
                </a:solidFill>
              </a:defRPr>
            </a:lvl9pPr>
          </a:lstStyle>
          <a:p>
            <a:pPr algn="l">
              <a:defRPr sz="1875" b="1">
                <a:solidFill>
                  <a:srgbClr val="DE5A1D"/>
                </a:solidFill>
              </a:defRPr>
            </a:pPr>
            <a:r>
              <a:rPr sz="1875" b="1">
                <a:solidFill>
                  <a:srgbClr val="DE5A1D"/>
                </a:solidFill>
              </a:rPr>
              <a:t>02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7FA0426-3A71-4E74-8789-F140A71D18E7}"/>
              </a:ext>
            </a:extLst>
          </p:cNvPr>
          <p:cNvSpPr>
            <a:spLocks noGrp="1"/>
          </p:cNvSpPr>
          <p:nvPr/>
        </p:nvSpPr>
        <p:spPr>
          <a:xfrm>
            <a:off x="1400175" y="5172075"/>
            <a:ext cx="2476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 algn="l">
              <a:defRPr sz="1950" b="1">
                <a:solidFill>
                  <a:srgbClr val="F7F7F5"/>
                </a:solidFill>
              </a:defRPr>
            </a:defPPr>
            <a:lvl1pPr algn="l">
              <a:defRPr sz="1950" b="1">
                <a:solidFill>
                  <a:srgbClr val="F7F7F5"/>
                </a:solidFill>
              </a:defRPr>
            </a:lvl1pPr>
            <a:lvl2pPr algn="l">
              <a:defRPr sz="1950" b="1">
                <a:solidFill>
                  <a:srgbClr val="F7F7F5"/>
                </a:solidFill>
              </a:defRPr>
            </a:lvl2pPr>
            <a:lvl3pPr algn="l">
              <a:defRPr sz="1950" b="1">
                <a:solidFill>
                  <a:srgbClr val="F7F7F5"/>
                </a:solidFill>
              </a:defRPr>
            </a:lvl3pPr>
            <a:lvl4pPr algn="l">
              <a:defRPr sz="1950" b="1">
                <a:solidFill>
                  <a:srgbClr val="F7F7F5"/>
                </a:solidFill>
              </a:defRPr>
            </a:lvl4pPr>
            <a:lvl5pPr algn="l">
              <a:defRPr sz="1950" b="1">
                <a:solidFill>
                  <a:srgbClr val="F7F7F5"/>
                </a:solidFill>
              </a:defRPr>
            </a:lvl5pPr>
            <a:lvl6pPr algn="l">
              <a:defRPr sz="1950" b="1">
                <a:solidFill>
                  <a:srgbClr val="F7F7F5"/>
                </a:solidFill>
              </a:defRPr>
            </a:lvl6pPr>
            <a:lvl7pPr algn="l">
              <a:defRPr sz="1950" b="1">
                <a:solidFill>
                  <a:srgbClr val="F7F7F5"/>
                </a:solidFill>
              </a:defRPr>
            </a:lvl7pPr>
            <a:lvl8pPr algn="l">
              <a:defRPr sz="1950" b="1">
                <a:solidFill>
                  <a:srgbClr val="F7F7F5"/>
                </a:solidFill>
              </a:defRPr>
            </a:lvl8pPr>
            <a:lvl9pPr algn="l">
              <a:defRPr sz="1950" b="1">
                <a:solidFill>
                  <a:srgbClr val="F7F7F5"/>
                </a:solidFill>
              </a:defRPr>
            </a:lvl9pPr>
          </a:lstStyle>
          <a:p>
            <a:pPr algn="l">
              <a:defRPr sz="1950" b="1">
                <a:solidFill>
                  <a:srgbClr val="F7F7F5"/>
                </a:solidFill>
              </a:defRPr>
            </a:pPr>
            <a:r>
              <a:rPr sz="1950" b="1">
                <a:solidFill>
                  <a:srgbClr val="F7F7F5"/>
                </a:solidFill>
              </a:rPr>
              <a:t>Verify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46CE0B9-9710-4EB8-9ACE-4841FBD228DD}"/>
              </a:ext>
            </a:extLst>
          </p:cNvPr>
          <p:cNvSpPr>
            <a:spLocks noGrp="1"/>
          </p:cNvSpPr>
          <p:nvPr/>
        </p:nvSpPr>
        <p:spPr>
          <a:xfrm>
            <a:off x="4048125" y="5191125"/>
            <a:ext cx="7191375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 algn="l">
              <a:defRPr sz="1650" b="0">
                <a:solidFill>
                  <a:srgbClr val="B6B6B3"/>
                </a:solidFill>
              </a:defRPr>
            </a:defPPr>
            <a:lvl1pPr algn="l">
              <a:defRPr sz="1650" b="0">
                <a:solidFill>
                  <a:srgbClr val="B6B6B3"/>
                </a:solidFill>
              </a:defRPr>
            </a:lvl1pPr>
            <a:lvl2pPr algn="l">
              <a:defRPr sz="1650" b="0">
                <a:solidFill>
                  <a:srgbClr val="B6B6B3"/>
                </a:solidFill>
              </a:defRPr>
            </a:lvl2pPr>
            <a:lvl3pPr algn="l">
              <a:defRPr sz="1650" b="0">
                <a:solidFill>
                  <a:srgbClr val="B6B6B3"/>
                </a:solidFill>
              </a:defRPr>
            </a:lvl3pPr>
            <a:lvl4pPr algn="l">
              <a:defRPr sz="1650" b="0">
                <a:solidFill>
                  <a:srgbClr val="B6B6B3"/>
                </a:solidFill>
              </a:defRPr>
            </a:lvl4pPr>
            <a:lvl5pPr algn="l">
              <a:defRPr sz="1650" b="0">
                <a:solidFill>
                  <a:srgbClr val="B6B6B3"/>
                </a:solidFill>
              </a:defRPr>
            </a:lvl5pPr>
            <a:lvl6pPr algn="l">
              <a:defRPr sz="1650" b="0">
                <a:solidFill>
                  <a:srgbClr val="B6B6B3"/>
                </a:solidFill>
              </a:defRPr>
            </a:lvl6pPr>
            <a:lvl7pPr algn="l">
              <a:defRPr sz="1650" b="0">
                <a:solidFill>
                  <a:srgbClr val="B6B6B3"/>
                </a:solidFill>
              </a:defRPr>
            </a:lvl7pPr>
            <a:lvl8pPr algn="l">
              <a:defRPr sz="1650" b="0">
                <a:solidFill>
                  <a:srgbClr val="B6B6B3"/>
                </a:solidFill>
              </a:defRPr>
            </a:lvl8pPr>
            <a:lvl9pPr algn="l">
              <a:defRPr sz="1650" b="0">
                <a:solidFill>
                  <a:srgbClr val="B6B6B3"/>
                </a:solidFill>
              </a:defRPr>
            </a:lvl9pPr>
          </a:lstStyle>
          <a:p>
            <a:pPr algn="l">
              <a:defRPr sz="1650" b="0">
                <a:solidFill>
                  <a:srgbClr val="B6B6B3"/>
                </a:solidFill>
              </a:defRPr>
            </a:pPr>
            <a:r>
              <a:rPr sz="1650" b="0">
                <a:solidFill>
                  <a:srgbClr val="B6B6B3"/>
                </a:solidFill>
              </a:rPr>
              <a:t>Capture timing, labels and feature alignment</a:t>
            </a:r>
          </a:p>
        </p:txBody>
      </p:sp>
    </p:spTree>
    <p:extLst>
      <p:ext uri="{BB962C8B-B14F-4D97-AF65-F5344CB8AC3E}">
        <p14:creationId xmlns:p14="http://schemas.microsoft.com/office/powerpoint/2010/main" val="12852494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47BAA27-8A54-4801-A4DA-F003C747CE27}"/>
              </a:ext>
            </a:extLst>
          </p:cNvPr>
          <p:cNvSpPr>
            <a:spLocks noGrp="1"/>
          </p:cNvSpPr>
          <p:nvPr/>
        </p:nvSpPr>
        <p:spPr>
          <a:xfrm>
            <a:off x="704850" y="685800"/>
            <a:ext cx="9810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 algn="l">
              <a:defRPr sz="1275" b="1">
                <a:solidFill>
                  <a:srgbClr val="DE5A1D"/>
                </a:solidFill>
              </a:defRPr>
            </a:defPPr>
            <a:lvl1pPr algn="l">
              <a:defRPr sz="1275" b="1">
                <a:solidFill>
                  <a:srgbClr val="DE5A1D"/>
                </a:solidFill>
              </a:defRPr>
            </a:lvl1pPr>
            <a:lvl2pPr algn="l">
              <a:defRPr sz="1275" b="1">
                <a:solidFill>
                  <a:srgbClr val="DE5A1D"/>
                </a:solidFill>
              </a:defRPr>
            </a:lvl2pPr>
            <a:lvl3pPr algn="l">
              <a:defRPr sz="1275" b="1">
                <a:solidFill>
                  <a:srgbClr val="DE5A1D"/>
                </a:solidFill>
              </a:defRPr>
            </a:lvl3pPr>
            <a:lvl4pPr algn="l">
              <a:defRPr sz="1275" b="1">
                <a:solidFill>
                  <a:srgbClr val="DE5A1D"/>
                </a:solidFill>
              </a:defRPr>
            </a:lvl4pPr>
            <a:lvl5pPr algn="l">
              <a:defRPr sz="1275" b="1">
                <a:solidFill>
                  <a:srgbClr val="DE5A1D"/>
                </a:solidFill>
              </a:defRPr>
            </a:lvl5pPr>
            <a:lvl6pPr algn="l">
              <a:defRPr sz="1275" b="1">
                <a:solidFill>
                  <a:srgbClr val="DE5A1D"/>
                </a:solidFill>
              </a:defRPr>
            </a:lvl6pPr>
            <a:lvl7pPr algn="l">
              <a:defRPr sz="1275" b="1">
                <a:solidFill>
                  <a:srgbClr val="DE5A1D"/>
                </a:solidFill>
              </a:defRPr>
            </a:lvl7pPr>
            <a:lvl8pPr algn="l">
              <a:defRPr sz="1275" b="1">
                <a:solidFill>
                  <a:srgbClr val="DE5A1D"/>
                </a:solidFill>
              </a:defRPr>
            </a:lvl8pPr>
            <a:lvl9pPr algn="l">
              <a:defRPr sz="1275" b="1">
                <a:solidFill>
                  <a:srgbClr val="DE5A1D"/>
                </a:solidFill>
              </a:defRPr>
            </a:lvl9pPr>
          </a:lstStyle>
          <a:p>
            <a:pPr algn="l">
              <a:defRPr sz="1275" b="1">
                <a:solidFill>
                  <a:srgbClr val="DE5A1D"/>
                </a:solidFill>
              </a:defRPr>
            </a:pPr>
            <a:r>
              <a:rPr sz="1275" b="1">
                <a:solidFill>
                  <a:srgbClr val="DE5A1D"/>
                </a:solidFill>
              </a:rPr>
              <a:t>SENTINELSHIELD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621F2B3-EB3C-4E35-A088-6C04481CEA3C}"/>
              </a:ext>
            </a:extLst>
          </p:cNvPr>
          <p:cNvSpPr>
            <a:spLocks noGrp="1"/>
          </p:cNvSpPr>
          <p:nvPr/>
        </p:nvSpPr>
        <p:spPr>
          <a:xfrm>
            <a:off x="666750" y="2466975"/>
            <a:ext cx="10668000" cy="1219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 algn="l">
              <a:defRPr sz="5700" b="1">
                <a:solidFill>
                  <a:srgbClr val="F7F7F5"/>
                </a:solidFill>
              </a:defRPr>
            </a:defPPr>
            <a:lvl1pPr algn="l">
              <a:defRPr sz="5700" b="1">
                <a:solidFill>
                  <a:srgbClr val="F7F7F5"/>
                </a:solidFill>
              </a:defRPr>
            </a:lvl1pPr>
            <a:lvl2pPr algn="l">
              <a:defRPr sz="5700" b="1">
                <a:solidFill>
                  <a:srgbClr val="F7F7F5"/>
                </a:solidFill>
              </a:defRPr>
            </a:lvl2pPr>
            <a:lvl3pPr algn="l">
              <a:defRPr sz="5700" b="1">
                <a:solidFill>
                  <a:srgbClr val="F7F7F5"/>
                </a:solidFill>
              </a:defRPr>
            </a:lvl3pPr>
            <a:lvl4pPr algn="l">
              <a:defRPr sz="5700" b="1">
                <a:solidFill>
                  <a:srgbClr val="F7F7F5"/>
                </a:solidFill>
              </a:defRPr>
            </a:lvl4pPr>
            <a:lvl5pPr algn="l">
              <a:defRPr sz="5700" b="1">
                <a:solidFill>
                  <a:srgbClr val="F7F7F5"/>
                </a:solidFill>
              </a:defRPr>
            </a:lvl5pPr>
            <a:lvl6pPr algn="l">
              <a:defRPr sz="5700" b="1">
                <a:solidFill>
                  <a:srgbClr val="F7F7F5"/>
                </a:solidFill>
              </a:defRPr>
            </a:lvl6pPr>
            <a:lvl7pPr algn="l">
              <a:defRPr sz="5700" b="1">
                <a:solidFill>
                  <a:srgbClr val="F7F7F5"/>
                </a:solidFill>
              </a:defRPr>
            </a:lvl7pPr>
            <a:lvl8pPr algn="l">
              <a:defRPr sz="5700" b="1">
                <a:solidFill>
                  <a:srgbClr val="F7F7F5"/>
                </a:solidFill>
              </a:defRPr>
            </a:lvl8pPr>
            <a:lvl9pPr algn="l">
              <a:defRPr sz="5700" b="1">
                <a:solidFill>
                  <a:srgbClr val="F7F7F5"/>
                </a:solidFill>
              </a:defRPr>
            </a:lvl9pPr>
          </a:lstStyle>
          <a:p>
            <a:pPr algn="l">
              <a:defRPr sz="5700" b="1">
                <a:solidFill>
                  <a:srgbClr val="F7F7F5"/>
                </a:solidFill>
              </a:defRPr>
            </a:pPr>
            <a:r>
              <a:rPr sz="5700" b="1">
                <a:solidFill>
                  <a:srgbClr val="F7F7F5"/>
                </a:solidFill>
              </a:rPr>
              <a:t>Thank you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C413703-E5D6-4967-A653-3F4A4649E4AB}"/>
              </a:ext>
            </a:extLst>
          </p:cNvPr>
          <p:cNvSpPr>
            <a:spLocks noGrp="1"/>
          </p:cNvSpPr>
          <p:nvPr/>
        </p:nvSpPr>
        <p:spPr>
          <a:xfrm>
            <a:off x="704850" y="4438650"/>
            <a:ext cx="7620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 algn="l">
              <a:defRPr sz="2325" b="0">
                <a:solidFill>
                  <a:srgbClr val="B6B6B3"/>
                </a:solidFill>
              </a:defRPr>
            </a:defPPr>
            <a:lvl1pPr algn="l">
              <a:defRPr sz="2325" b="0">
                <a:solidFill>
                  <a:srgbClr val="B6B6B3"/>
                </a:solidFill>
              </a:defRPr>
            </a:lvl1pPr>
            <a:lvl2pPr algn="l">
              <a:defRPr sz="2325" b="0">
                <a:solidFill>
                  <a:srgbClr val="B6B6B3"/>
                </a:solidFill>
              </a:defRPr>
            </a:lvl2pPr>
            <a:lvl3pPr algn="l">
              <a:defRPr sz="2325" b="0">
                <a:solidFill>
                  <a:srgbClr val="B6B6B3"/>
                </a:solidFill>
              </a:defRPr>
            </a:lvl3pPr>
            <a:lvl4pPr algn="l">
              <a:defRPr sz="2325" b="0">
                <a:solidFill>
                  <a:srgbClr val="B6B6B3"/>
                </a:solidFill>
              </a:defRPr>
            </a:lvl4pPr>
            <a:lvl5pPr algn="l">
              <a:defRPr sz="2325" b="0">
                <a:solidFill>
                  <a:srgbClr val="B6B6B3"/>
                </a:solidFill>
              </a:defRPr>
            </a:lvl5pPr>
            <a:lvl6pPr algn="l">
              <a:defRPr sz="2325" b="0">
                <a:solidFill>
                  <a:srgbClr val="B6B6B3"/>
                </a:solidFill>
              </a:defRPr>
            </a:lvl6pPr>
            <a:lvl7pPr algn="l">
              <a:defRPr sz="2325" b="0">
                <a:solidFill>
                  <a:srgbClr val="B6B6B3"/>
                </a:solidFill>
              </a:defRPr>
            </a:lvl7pPr>
            <a:lvl8pPr algn="l">
              <a:defRPr sz="2325" b="0">
                <a:solidFill>
                  <a:srgbClr val="B6B6B3"/>
                </a:solidFill>
              </a:defRPr>
            </a:lvl8pPr>
            <a:lvl9pPr algn="l">
              <a:defRPr sz="2325" b="0">
                <a:solidFill>
                  <a:srgbClr val="B6B6B3"/>
                </a:solidFill>
              </a:defRPr>
            </a:lvl9pPr>
          </a:lstStyle>
          <a:p>
            <a:pPr algn="l">
              <a:defRPr sz="2325" b="0">
                <a:solidFill>
                  <a:srgbClr val="B6B6B3"/>
                </a:solidFill>
              </a:defRPr>
            </a:pPr>
            <a:endParaRPr sz="2325" b="0" dirty="0">
              <a:solidFill>
                <a:srgbClr val="B6B6B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75565343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1547</Words>
  <Application>Microsoft Office PowerPoint</Application>
  <DocSecurity>0</DocSecurity>
  <PresentationFormat>Widescreen</PresentationFormat>
  <Paragraphs>171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6" baseType="lpstr">
      <vt:lpstr>Aptos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ASUS</cp:lastModifiedBy>
  <cp:revision>1</cp:revision>
  <dcterms:created xsi:type="dcterms:W3CDTF">2026-10-20T11:03:17Z</dcterms:created>
  <dcterms:modified xsi:type="dcterms:W3CDTF">2026-10-20T11:06:01Z</dcterms:modified>
</cp:coreProperties>
</file>